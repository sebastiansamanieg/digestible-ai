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7"/>
  </p:notesMasterIdLst>
  <p:sldIdLst>
    <p:sldId id="256"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90" r:id="rId29"/>
    <p:sldId id="283" r:id="rId30"/>
    <p:sldId id="285" r:id="rId31"/>
    <p:sldId id="284" r:id="rId32"/>
    <p:sldId id="286" r:id="rId33"/>
    <p:sldId id="287" r:id="rId34"/>
    <p:sldId id="288" r:id="rId35"/>
    <p:sldId id="289" r:id="rId36"/>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aly Marcela Castillo Naranjo" userId="S::natalym.castillon@konradlorenz.edu.co::f1c10209-df52-4a9e-b5bd-984d7db95ce4" providerId="AD" clId="Web-{292CFF30-749C-41CC-D83A-B12C419A59BB}"/>
    <pc:docChg chg="addSld delSld">
      <pc:chgData name="Nataly Marcela Castillo Naranjo" userId="S::natalym.castillon@konradlorenz.edu.co::f1c10209-df52-4a9e-b5bd-984d7db95ce4" providerId="AD" clId="Web-{292CFF30-749C-41CC-D83A-B12C419A59BB}" dt="2025-08-22T23:42:21.634" v="1"/>
      <pc:docMkLst>
        <pc:docMk/>
      </pc:docMkLst>
      <pc:sldChg chg="new del">
        <pc:chgData name="Nataly Marcela Castillo Naranjo" userId="S::natalym.castillon@konradlorenz.edu.co::f1c10209-df52-4a9e-b5bd-984d7db95ce4" providerId="AD" clId="Web-{292CFF30-749C-41CC-D83A-B12C419A59BB}" dt="2025-08-22T23:42:21.634" v="1"/>
        <pc:sldMkLst>
          <pc:docMk/>
          <pc:sldMk cId="2827109088" sldId="291"/>
        </pc:sldMkLst>
      </pc:sldChg>
    </pc:docChg>
  </pc:docChgLst>
  <pc:docChgLst>
    <pc:chgData name="edward latorre acero" userId="d131090c0419c419" providerId="LiveId" clId="{BB21BFD3-9B07-4B14-A2BD-6D31DC8063C9}"/>
    <pc:docChg chg="modSld">
      <pc:chgData name="edward latorre acero" userId="d131090c0419c419" providerId="LiveId" clId="{BB21BFD3-9B07-4B14-A2BD-6D31DC8063C9}" dt="2025-03-07T22:25:45.093" v="3" actId="20577"/>
      <pc:docMkLst>
        <pc:docMk/>
      </pc:docMkLst>
      <pc:sldChg chg="modSp mod">
        <pc:chgData name="edward latorre acero" userId="d131090c0419c419" providerId="LiveId" clId="{BB21BFD3-9B07-4B14-A2BD-6D31DC8063C9}" dt="2025-03-07T22:25:45.093" v="3" actId="20577"/>
        <pc:sldMkLst>
          <pc:docMk/>
          <pc:sldMk cId="3147252587" sldId="256"/>
        </pc:sldMkLst>
      </pc:sldChg>
    </pc:docChg>
  </pc:docChgLst>
  <pc:docChgLst>
    <pc:chgData name="edward latorre acero" userId="d131090c0419c419" providerId="LiveId" clId="{5DB41F51-7850-4128-A433-6AA374E4FF16}"/>
    <pc:docChg chg="undo redo custSel addSld delSld modSld sldOrd">
      <pc:chgData name="edward latorre acero" userId="d131090c0419c419" providerId="LiveId" clId="{5DB41F51-7850-4128-A433-6AA374E4FF16}" dt="2024-08-08T22:02:33.492" v="3806" actId="47"/>
      <pc:docMkLst>
        <pc:docMk/>
      </pc:docMkLst>
      <pc:sldChg chg="modSp mod">
        <pc:chgData name="edward latorre acero" userId="d131090c0419c419" providerId="LiveId" clId="{5DB41F51-7850-4128-A433-6AA374E4FF16}" dt="2024-08-08T19:39:54.268" v="143" actId="20577"/>
        <pc:sldMkLst>
          <pc:docMk/>
          <pc:sldMk cId="3147252587" sldId="256"/>
        </pc:sldMkLst>
      </pc:sldChg>
      <pc:sldChg chg="del">
        <pc:chgData name="edward latorre acero" userId="d131090c0419c419" providerId="LiveId" clId="{5DB41F51-7850-4128-A433-6AA374E4FF16}" dt="2024-08-08T21:24:58.208" v="3258" actId="47"/>
        <pc:sldMkLst>
          <pc:docMk/>
          <pc:sldMk cId="2362698182" sldId="259"/>
        </pc:sldMkLst>
      </pc:sldChg>
      <pc:sldChg chg="modSp mod">
        <pc:chgData name="edward latorre acero" userId="d131090c0419c419" providerId="LiveId" clId="{5DB41F51-7850-4128-A433-6AA374E4FF16}" dt="2024-08-08T20:07:54.766" v="2106" actId="20577"/>
        <pc:sldMkLst>
          <pc:docMk/>
          <pc:sldMk cId="2014899079" sldId="260"/>
        </pc:sldMkLst>
      </pc:sldChg>
      <pc:sldChg chg="modSp mod modNotesTx">
        <pc:chgData name="edward latorre acero" userId="d131090c0419c419" providerId="LiveId" clId="{5DB41F51-7850-4128-A433-6AA374E4FF16}" dt="2024-08-08T20:17:25.080" v="2149"/>
        <pc:sldMkLst>
          <pc:docMk/>
          <pc:sldMk cId="1225095993" sldId="261"/>
        </pc:sldMkLst>
      </pc:sldChg>
      <pc:sldChg chg="addSp delSp modSp new mod ord modNotesTx">
        <pc:chgData name="edward latorre acero" userId="d131090c0419c419" providerId="LiveId" clId="{5DB41F51-7850-4128-A433-6AA374E4FF16}" dt="2024-08-08T21:22:32.558" v="3253" actId="20577"/>
        <pc:sldMkLst>
          <pc:docMk/>
          <pc:sldMk cId="4266758764" sldId="262"/>
        </pc:sldMkLst>
      </pc:sldChg>
      <pc:sldChg chg="addSp delSp modSp new del mod ord">
        <pc:chgData name="edward latorre acero" userId="d131090c0419c419" providerId="LiveId" clId="{5DB41F51-7850-4128-A433-6AA374E4FF16}" dt="2024-08-08T20:08:38.085" v="2107" actId="47"/>
        <pc:sldMkLst>
          <pc:docMk/>
          <pc:sldMk cId="1144992697" sldId="263"/>
        </pc:sldMkLst>
      </pc:sldChg>
      <pc:sldChg chg="addSp delSp modSp new del">
        <pc:chgData name="edward latorre acero" userId="d131090c0419c419" providerId="LiveId" clId="{5DB41F51-7850-4128-A433-6AA374E4FF16}" dt="2024-08-08T21:39:04.959" v="3384" actId="47"/>
        <pc:sldMkLst>
          <pc:docMk/>
          <pc:sldMk cId="1970903243" sldId="264"/>
        </pc:sldMkLst>
      </pc:sldChg>
      <pc:sldChg chg="addSp delSp modSp new mod">
        <pc:chgData name="edward latorre acero" userId="d131090c0419c419" providerId="LiveId" clId="{5DB41F51-7850-4128-A433-6AA374E4FF16}" dt="2024-08-08T04:09:36.226" v="45" actId="20577"/>
        <pc:sldMkLst>
          <pc:docMk/>
          <pc:sldMk cId="2457010083" sldId="265"/>
        </pc:sldMkLst>
      </pc:sldChg>
      <pc:sldChg chg="addSp delSp modSp new del">
        <pc:chgData name="edward latorre acero" userId="d131090c0419c419" providerId="LiveId" clId="{5DB41F51-7850-4128-A433-6AA374E4FF16}" dt="2024-08-08T21:54:53.972" v="3737" actId="47"/>
        <pc:sldMkLst>
          <pc:docMk/>
          <pc:sldMk cId="959831066" sldId="266"/>
        </pc:sldMkLst>
      </pc:sldChg>
      <pc:sldChg chg="addSp delSp modSp new mod">
        <pc:chgData name="edward latorre acero" userId="d131090c0419c419" providerId="LiveId" clId="{5DB41F51-7850-4128-A433-6AA374E4FF16}" dt="2024-08-08T21:55:28.420" v="3745" actId="1076"/>
        <pc:sldMkLst>
          <pc:docMk/>
          <pc:sldMk cId="3587237297" sldId="267"/>
        </pc:sldMkLst>
      </pc:sldChg>
      <pc:sldChg chg="addSp delSp modSp new mod">
        <pc:chgData name="edward latorre acero" userId="d131090c0419c419" providerId="LiveId" clId="{5DB41F51-7850-4128-A433-6AA374E4FF16}" dt="2024-08-08T21:52:52.453" v="3712" actId="20577"/>
        <pc:sldMkLst>
          <pc:docMk/>
          <pc:sldMk cId="2131771921" sldId="268"/>
        </pc:sldMkLst>
      </pc:sldChg>
      <pc:sldChg chg="addSp delSp modSp new mod">
        <pc:chgData name="edward latorre acero" userId="d131090c0419c419" providerId="LiveId" clId="{5DB41F51-7850-4128-A433-6AA374E4FF16}" dt="2024-08-08T21:54:13.378" v="3731" actId="1076"/>
        <pc:sldMkLst>
          <pc:docMk/>
          <pc:sldMk cId="913081196" sldId="269"/>
        </pc:sldMkLst>
      </pc:sldChg>
      <pc:sldChg chg="addSp delSp modSp new mod">
        <pc:chgData name="edward latorre acero" userId="d131090c0419c419" providerId="LiveId" clId="{5DB41F51-7850-4128-A433-6AA374E4FF16}" dt="2024-08-08T21:54:59.969" v="3741" actId="20577"/>
        <pc:sldMkLst>
          <pc:docMk/>
          <pc:sldMk cId="3235498996" sldId="270"/>
        </pc:sldMkLst>
      </pc:sldChg>
      <pc:sldChg chg="addSp delSp modSp new mod ord">
        <pc:chgData name="edward latorre acero" userId="d131090c0419c419" providerId="LiveId" clId="{5DB41F51-7850-4128-A433-6AA374E4FF16}" dt="2024-08-08T21:54:43.401" v="3736"/>
        <pc:sldMkLst>
          <pc:docMk/>
          <pc:sldMk cId="2638631623" sldId="271"/>
        </pc:sldMkLst>
      </pc:sldChg>
      <pc:sldChg chg="addSp delSp modSp new del mod">
        <pc:chgData name="edward latorre acero" userId="d131090c0419c419" providerId="LiveId" clId="{5DB41F51-7850-4128-A433-6AA374E4FF16}" dt="2024-08-08T21:55:20.100" v="3743" actId="47"/>
        <pc:sldMkLst>
          <pc:docMk/>
          <pc:sldMk cId="430432841" sldId="272"/>
        </pc:sldMkLst>
      </pc:sldChg>
      <pc:sldChg chg="addSp delSp modSp new mod ord">
        <pc:chgData name="edward latorre acero" userId="d131090c0419c419" providerId="LiveId" clId="{5DB41F51-7850-4128-A433-6AA374E4FF16}" dt="2024-08-08T21:42:26.127" v="3470"/>
        <pc:sldMkLst>
          <pc:docMk/>
          <pc:sldMk cId="3461075232" sldId="273"/>
        </pc:sldMkLst>
      </pc:sldChg>
      <pc:sldChg chg="addSp delSp modSp new del">
        <pc:chgData name="edward latorre acero" userId="d131090c0419c419" providerId="LiveId" clId="{5DB41F51-7850-4128-A433-6AA374E4FF16}" dt="2024-08-08T21:24:52.271" v="3257" actId="47"/>
        <pc:sldMkLst>
          <pc:docMk/>
          <pc:sldMk cId="3359288992" sldId="274"/>
        </pc:sldMkLst>
      </pc:sldChg>
      <pc:sldChg chg="addSp delSp modSp new del mod">
        <pc:chgData name="edward latorre acero" userId="d131090c0419c419" providerId="LiveId" clId="{5DB41F51-7850-4128-A433-6AA374E4FF16}" dt="2024-08-08T22:02:33.492" v="3806" actId="47"/>
        <pc:sldMkLst>
          <pc:docMk/>
          <pc:sldMk cId="1046964788" sldId="275"/>
        </pc:sldMkLst>
      </pc:sldChg>
      <pc:sldChg chg="addSp delSp modSp new mod ord modNotesTx">
        <pc:chgData name="edward latorre acero" userId="d131090c0419c419" providerId="LiveId" clId="{5DB41F51-7850-4128-A433-6AA374E4FF16}" dt="2024-08-08T21:18:10.845" v="3141"/>
        <pc:sldMkLst>
          <pc:docMk/>
          <pc:sldMk cId="1542946703" sldId="276"/>
        </pc:sldMkLst>
      </pc:sldChg>
      <pc:sldChg chg="addSp delSp modSp new del">
        <pc:chgData name="edward latorre acero" userId="d131090c0419c419" providerId="LiveId" clId="{5DB41F51-7850-4128-A433-6AA374E4FF16}" dt="2024-08-08T21:24:09.502" v="3256" actId="47"/>
        <pc:sldMkLst>
          <pc:docMk/>
          <pc:sldMk cId="4283492783" sldId="277"/>
        </pc:sldMkLst>
      </pc:sldChg>
      <pc:sldChg chg="addSp delSp modSp new mod ord">
        <pc:chgData name="edward latorre acero" userId="d131090c0419c419" providerId="LiveId" clId="{5DB41F51-7850-4128-A433-6AA374E4FF16}" dt="2024-08-08T21:19:15.994" v="3146"/>
        <pc:sldMkLst>
          <pc:docMk/>
          <pc:sldMk cId="1852707221" sldId="278"/>
        </pc:sldMkLst>
      </pc:sldChg>
      <pc:sldChg chg="addSp delSp modSp new mod ord modNotesTx">
        <pc:chgData name="edward latorre acero" userId="d131090c0419c419" providerId="LiveId" clId="{5DB41F51-7850-4128-A433-6AA374E4FF16}" dt="2024-08-08T21:13:35.345" v="3133" actId="1076"/>
        <pc:sldMkLst>
          <pc:docMk/>
          <pc:sldMk cId="66537362" sldId="279"/>
        </pc:sldMkLst>
      </pc:sldChg>
      <pc:sldChg chg="addSp delSp modSp new del">
        <pc:chgData name="edward latorre acero" userId="d131090c0419c419" providerId="LiveId" clId="{5DB41F51-7850-4128-A433-6AA374E4FF16}" dt="2024-08-08T21:23:53.138" v="3254" actId="47"/>
        <pc:sldMkLst>
          <pc:docMk/>
          <pc:sldMk cId="2435549862" sldId="280"/>
        </pc:sldMkLst>
      </pc:sldChg>
      <pc:sldChg chg="addSp delSp modSp new mod ord">
        <pc:chgData name="edward latorre acero" userId="d131090c0419c419" providerId="LiveId" clId="{5DB41F51-7850-4128-A433-6AA374E4FF16}" dt="2024-08-08T21:42:07.588" v="3466" actId="1076"/>
        <pc:sldMkLst>
          <pc:docMk/>
          <pc:sldMk cId="3377147650" sldId="281"/>
        </pc:sldMkLst>
      </pc:sldChg>
      <pc:sldChg chg="addSp delSp modSp new ord">
        <pc:chgData name="edward latorre acero" userId="d131090c0419c419" providerId="LiveId" clId="{5DB41F51-7850-4128-A433-6AA374E4FF16}" dt="2024-08-08T21:52:58.576" v="3714"/>
        <pc:sldMkLst>
          <pc:docMk/>
          <pc:sldMk cId="4083610273" sldId="282"/>
        </pc:sldMkLst>
      </pc:sldChg>
      <pc:sldChg chg="addSp delSp modSp new del">
        <pc:chgData name="edward latorre acero" userId="d131090c0419c419" providerId="LiveId" clId="{5DB41F51-7850-4128-A433-6AA374E4FF16}" dt="2024-08-08T20:09:14.459" v="2112" actId="47"/>
        <pc:sldMkLst>
          <pc:docMk/>
          <pc:sldMk cId="1389173986" sldId="283"/>
        </pc:sldMkLst>
      </pc:sldChg>
      <pc:sldChg chg="modSp new mod ord">
        <pc:chgData name="edward latorre acero" userId="d131090c0419c419" providerId="LiveId" clId="{5DB41F51-7850-4128-A433-6AA374E4FF16}" dt="2024-08-08T20:00:50.644" v="1534" actId="5793"/>
        <pc:sldMkLst>
          <pc:docMk/>
          <pc:sldMk cId="2714762940" sldId="284"/>
        </pc:sldMkLst>
      </pc:sldChg>
      <pc:sldChg chg="modSp add mod">
        <pc:chgData name="edward latorre acero" userId="d131090c0419c419" providerId="LiveId" clId="{5DB41F51-7850-4128-A433-6AA374E4FF16}" dt="2024-08-08T20:07:33.230" v="2079" actId="5793"/>
        <pc:sldMkLst>
          <pc:docMk/>
          <pc:sldMk cId="867428989" sldId="285"/>
        </pc:sldMkLst>
      </pc:sldChg>
      <pc:sldChg chg="addSp modSp new mod modNotesTx">
        <pc:chgData name="edward latorre acero" userId="d131090c0419c419" providerId="LiveId" clId="{5DB41F51-7850-4128-A433-6AA374E4FF16}" dt="2024-08-08T20:31:13.632" v="2486" actId="1076"/>
        <pc:sldMkLst>
          <pc:docMk/>
          <pc:sldMk cId="3091108584" sldId="286"/>
        </pc:sldMkLst>
      </pc:sldChg>
      <pc:sldChg chg="addSp delSp modSp add mod modNotesTx">
        <pc:chgData name="edward latorre acero" userId="d131090c0419c419" providerId="LiveId" clId="{5DB41F51-7850-4128-A433-6AA374E4FF16}" dt="2024-08-08T20:38:05.295" v="2502" actId="14100"/>
        <pc:sldMkLst>
          <pc:docMk/>
          <pc:sldMk cId="117158647" sldId="287"/>
        </pc:sldMkLst>
      </pc:sldChg>
      <pc:sldChg chg="addSp delSp modSp add mod modNotesTx">
        <pc:chgData name="edward latorre acero" userId="d131090c0419c419" providerId="LiveId" clId="{5DB41F51-7850-4128-A433-6AA374E4FF16}" dt="2024-08-08T21:13:19.027" v="3131" actId="255"/>
        <pc:sldMkLst>
          <pc:docMk/>
          <pc:sldMk cId="2646104951" sldId="288"/>
        </pc:sldMkLst>
      </pc:sldChg>
      <pc:sldChg chg="addSp delSp modSp new mod">
        <pc:chgData name="edward latorre acero" userId="d131090c0419c419" providerId="LiveId" clId="{5DB41F51-7850-4128-A433-6AA374E4FF16}" dt="2024-08-08T21:45:37.078" v="3505" actId="20577"/>
        <pc:sldMkLst>
          <pc:docMk/>
          <pc:sldMk cId="881609996" sldId="289"/>
        </pc:sldMkLst>
      </pc:sldChg>
      <pc:sldChg chg="addSp delSp modSp add mod">
        <pc:chgData name="edward latorre acero" userId="d131090c0419c419" providerId="LiveId" clId="{5DB41F51-7850-4128-A433-6AA374E4FF16}" dt="2024-08-08T21:48:06.755" v="3696" actId="1076"/>
        <pc:sldMkLst>
          <pc:docMk/>
          <pc:sldMk cId="2473986925" sldId="290"/>
        </pc:sldMkLst>
      </pc:sldChg>
      <pc:sldChg chg="addSp delSp modSp add del">
        <pc:chgData name="edward latorre acero" userId="d131090c0419c419" providerId="LiveId" clId="{5DB41F51-7850-4128-A433-6AA374E4FF16}" dt="2024-08-08T21:53:41.840" v="3719" actId="2696"/>
        <pc:sldMkLst>
          <pc:docMk/>
          <pc:sldMk cId="565471653" sldId="291"/>
        </pc:sldMkLst>
      </pc:sldChg>
      <pc:sldChg chg="new del">
        <pc:chgData name="edward latorre acero" userId="d131090c0419c419" providerId="LiveId" clId="{5DB41F51-7850-4128-A433-6AA374E4FF16}" dt="2024-08-08T21:58:39.742" v="3786" actId="47"/>
        <pc:sldMkLst>
          <pc:docMk/>
          <pc:sldMk cId="2557610857" sldId="291"/>
        </pc:sldMkLst>
      </pc:sldChg>
      <pc:sldChg chg="addSp delSp modSp add mod">
        <pc:chgData name="edward latorre acero" userId="d131090c0419c419" providerId="LiveId" clId="{5DB41F51-7850-4128-A433-6AA374E4FF16}" dt="2024-08-08T22:02:31.091" v="3805" actId="1076"/>
        <pc:sldMkLst>
          <pc:docMk/>
          <pc:sldMk cId="1310985919" sldId="292"/>
        </pc:sldMkLst>
      </pc:sldChg>
    </pc:docChg>
  </pc:docChgLst>
  <pc:docChgLst>
    <pc:chgData name="Walther Esneyder Ardila Bolivar" userId="S::walthere.ardilab@konradlorenz.edu.co::8505161b-4587-407b-beba-587cd4aac2a5" providerId="AD" clId="Web-{7213E5A4-87E4-A7DC-8B8A-D3D171CD437A}"/>
    <pc:docChg chg="modSld">
      <pc:chgData name="Walther Esneyder Ardila Bolivar" userId="S::walthere.ardilab@konradlorenz.edu.co::8505161b-4587-407b-beba-587cd4aac2a5" providerId="AD" clId="Web-{7213E5A4-87E4-A7DC-8B8A-D3D171CD437A}" dt="2025-08-22T23:51:24.473" v="3" actId="1076"/>
      <pc:docMkLst>
        <pc:docMk/>
      </pc:docMkLst>
      <pc:sldChg chg="modSp">
        <pc:chgData name="Walther Esneyder Ardila Bolivar" userId="S::walthere.ardilab@konradlorenz.edu.co::8505161b-4587-407b-beba-587cd4aac2a5" providerId="AD" clId="Web-{7213E5A4-87E4-A7DC-8B8A-D3D171CD437A}" dt="2025-08-22T23:51:24.473" v="3" actId="1076"/>
        <pc:sldMkLst>
          <pc:docMk/>
          <pc:sldMk cId="2677104199" sldId="264"/>
        </pc:sldMkLst>
        <pc:picChg chg="mod">
          <ac:chgData name="Walther Esneyder Ardila Bolivar" userId="S::walthere.ardilab@konradlorenz.edu.co::8505161b-4587-407b-beba-587cd4aac2a5" providerId="AD" clId="Web-{7213E5A4-87E4-A7DC-8B8A-D3D171CD437A}" dt="2025-08-22T23:51:24.473" v="3" actId="1076"/>
          <ac:picMkLst>
            <pc:docMk/>
            <pc:sldMk cId="2677104199" sldId="264"/>
            <ac:picMk id="4098" creationId="{9D3541D2-EDB5-27EF-EA85-B145EC3E8DCA}"/>
          </ac:picMkLst>
        </pc:picChg>
      </pc:sldChg>
    </pc:docChg>
  </pc:docChgLst>
  <pc:docChgLst>
    <pc:chgData name="edward latorre acero" userId="d131090c0419c419" providerId="LiveId" clId="{FE92040B-389F-49E8-917C-E21FA56168F2}"/>
    <pc:docChg chg="undo redo custSel addSld delSld modSld sldOrd">
      <pc:chgData name="edward latorre acero" userId="d131090c0419c419" providerId="LiveId" clId="{FE92040B-389F-49E8-917C-E21FA56168F2}" dt="2024-09-05T20:10:39.731" v="1628" actId="1076"/>
      <pc:docMkLst>
        <pc:docMk/>
      </pc:docMkLst>
      <pc:sldChg chg="del">
        <pc:chgData name="edward latorre acero" userId="d131090c0419c419" providerId="LiveId" clId="{FE92040B-389F-49E8-917C-E21FA56168F2}" dt="2024-08-31T16:41:08.145" v="0" actId="47"/>
        <pc:sldMkLst>
          <pc:docMk/>
          <pc:sldMk cId="1844015764" sldId="257"/>
        </pc:sldMkLst>
      </pc:sldChg>
      <pc:sldChg chg="del">
        <pc:chgData name="edward latorre acero" userId="d131090c0419c419" providerId="LiveId" clId="{FE92040B-389F-49E8-917C-E21FA56168F2}" dt="2024-08-31T16:41:09.006" v="1" actId="47"/>
        <pc:sldMkLst>
          <pc:docMk/>
          <pc:sldMk cId="2556482292" sldId="258"/>
        </pc:sldMkLst>
      </pc:sldChg>
      <pc:sldChg chg="addSp delSp modSp add del mod">
        <pc:chgData name="edward latorre acero" userId="d131090c0419c419" providerId="LiveId" clId="{FE92040B-389F-49E8-917C-E21FA56168F2}" dt="2024-08-31T16:47:32.436" v="50" actId="478"/>
        <pc:sldMkLst>
          <pc:docMk/>
          <pc:sldMk cId="2014899079" sldId="260"/>
        </pc:sldMkLst>
      </pc:sldChg>
      <pc:sldChg chg="del">
        <pc:chgData name="edward latorre acero" userId="d131090c0419c419" providerId="LiveId" clId="{FE92040B-389F-49E8-917C-E21FA56168F2}" dt="2024-08-31T16:41:14.138" v="34" actId="47"/>
        <pc:sldMkLst>
          <pc:docMk/>
          <pc:sldMk cId="1225095993" sldId="261"/>
        </pc:sldMkLst>
      </pc:sldChg>
      <pc:sldChg chg="addSp delSp modSp add mod">
        <pc:chgData name="edward latorre acero" userId="d131090c0419c419" providerId="LiveId" clId="{FE92040B-389F-49E8-917C-E21FA56168F2}" dt="2024-09-05T15:46:59.933" v="154" actId="255"/>
        <pc:sldMkLst>
          <pc:docMk/>
          <pc:sldMk cId="1809747197" sldId="261"/>
        </pc:sldMkLst>
      </pc:sldChg>
      <pc:sldChg chg="addSp delSp modSp add mod">
        <pc:chgData name="edward latorre acero" userId="d131090c0419c419" providerId="LiveId" clId="{FE92040B-389F-49E8-917C-E21FA56168F2}" dt="2024-09-05T15:45:32.081" v="149"/>
        <pc:sldMkLst>
          <pc:docMk/>
          <pc:sldMk cId="3932617171" sldId="262"/>
        </pc:sldMkLst>
      </pc:sldChg>
      <pc:sldChg chg="addSp delSp modSp add mod">
        <pc:chgData name="edward latorre acero" userId="d131090c0419c419" providerId="LiveId" clId="{FE92040B-389F-49E8-917C-E21FA56168F2}" dt="2024-09-05T15:47:40.604" v="193" actId="1076"/>
        <pc:sldMkLst>
          <pc:docMk/>
          <pc:sldMk cId="3737445759" sldId="263"/>
        </pc:sldMkLst>
      </pc:sldChg>
      <pc:sldChg chg="addSp delSp modSp add mod">
        <pc:chgData name="edward latorre acero" userId="d131090c0419c419" providerId="LiveId" clId="{FE92040B-389F-49E8-917C-E21FA56168F2}" dt="2024-09-05T15:52:14.576" v="272" actId="1076"/>
        <pc:sldMkLst>
          <pc:docMk/>
          <pc:sldMk cId="2677104199" sldId="264"/>
        </pc:sldMkLst>
      </pc:sldChg>
      <pc:sldChg chg="delSp modSp add mod">
        <pc:chgData name="edward latorre acero" userId="d131090c0419c419" providerId="LiveId" clId="{FE92040B-389F-49E8-917C-E21FA56168F2}" dt="2024-09-05T15:51:38.055" v="259" actId="20577"/>
        <pc:sldMkLst>
          <pc:docMk/>
          <pc:sldMk cId="2056807273" sldId="265"/>
        </pc:sldMkLst>
      </pc:sldChg>
      <pc:sldChg chg="addSp modSp add mod">
        <pc:chgData name="edward latorre acero" userId="d131090c0419c419" providerId="LiveId" clId="{FE92040B-389F-49E8-917C-E21FA56168F2}" dt="2024-09-05T15:54:03.649" v="302" actId="1076"/>
        <pc:sldMkLst>
          <pc:docMk/>
          <pc:sldMk cId="1712971025" sldId="266"/>
        </pc:sldMkLst>
      </pc:sldChg>
      <pc:sldChg chg="delSp modSp add mod">
        <pc:chgData name="edward latorre acero" userId="d131090c0419c419" providerId="LiveId" clId="{FE92040B-389F-49E8-917C-E21FA56168F2}" dt="2024-09-05T15:56:48.717" v="339" actId="20577"/>
        <pc:sldMkLst>
          <pc:docMk/>
          <pc:sldMk cId="1879528492" sldId="267"/>
        </pc:sldMkLst>
      </pc:sldChg>
      <pc:sldChg chg="del">
        <pc:chgData name="edward latorre acero" userId="d131090c0419c419" providerId="LiveId" clId="{FE92040B-389F-49E8-917C-E21FA56168F2}" dt="2024-08-31T16:41:09.674" v="4" actId="47"/>
        <pc:sldMkLst>
          <pc:docMk/>
          <pc:sldMk cId="2131771921" sldId="268"/>
        </pc:sldMkLst>
      </pc:sldChg>
      <pc:sldChg chg="modSp add mod">
        <pc:chgData name="edward latorre acero" userId="d131090c0419c419" providerId="LiveId" clId="{FE92040B-389F-49E8-917C-E21FA56168F2}" dt="2024-09-05T16:08:33.723" v="393" actId="1036"/>
        <pc:sldMkLst>
          <pc:docMk/>
          <pc:sldMk cId="3729642140" sldId="268"/>
        </pc:sldMkLst>
      </pc:sldChg>
      <pc:sldChg chg="addSp delSp modSp add mod">
        <pc:chgData name="edward latorre acero" userId="d131090c0419c419" providerId="LiveId" clId="{FE92040B-389F-49E8-917C-E21FA56168F2}" dt="2024-09-05T16:12:28.127" v="441" actId="20577"/>
        <pc:sldMkLst>
          <pc:docMk/>
          <pc:sldMk cId="4184112111" sldId="269"/>
        </pc:sldMkLst>
      </pc:sldChg>
      <pc:sldChg chg="modSp add mod ord">
        <pc:chgData name="edward latorre acero" userId="d131090c0419c419" providerId="LiveId" clId="{FE92040B-389F-49E8-917C-E21FA56168F2}" dt="2024-09-05T16:13:28.269" v="448"/>
        <pc:sldMkLst>
          <pc:docMk/>
          <pc:sldMk cId="92186884" sldId="270"/>
        </pc:sldMkLst>
      </pc:sldChg>
      <pc:sldChg chg="addSp modSp add mod">
        <pc:chgData name="edward latorre acero" userId="d131090c0419c419" providerId="LiveId" clId="{FE92040B-389F-49E8-917C-E21FA56168F2}" dt="2024-09-05T16:15:56.274" v="467" actId="1076"/>
        <pc:sldMkLst>
          <pc:docMk/>
          <pc:sldMk cId="1790646759" sldId="271"/>
        </pc:sldMkLst>
      </pc:sldChg>
      <pc:sldChg chg="addSp modSp add mod">
        <pc:chgData name="edward latorre acero" userId="d131090c0419c419" providerId="LiveId" clId="{FE92040B-389F-49E8-917C-E21FA56168F2}" dt="2024-09-05T16:17:56.114" v="507" actId="20577"/>
        <pc:sldMkLst>
          <pc:docMk/>
          <pc:sldMk cId="1752939030" sldId="272"/>
        </pc:sldMkLst>
      </pc:sldChg>
      <pc:sldChg chg="addSp delSp modSp add mod">
        <pc:chgData name="edward latorre acero" userId="d131090c0419c419" providerId="LiveId" clId="{FE92040B-389F-49E8-917C-E21FA56168F2}" dt="2024-09-05T16:19:31.116" v="584" actId="20577"/>
        <pc:sldMkLst>
          <pc:docMk/>
          <pc:sldMk cId="1689780566" sldId="273"/>
        </pc:sldMkLst>
      </pc:sldChg>
      <pc:sldChg chg="del">
        <pc:chgData name="edward latorre acero" userId="d131090c0419c419" providerId="LiveId" clId="{FE92040B-389F-49E8-917C-E21FA56168F2}" dt="2024-08-31T16:41:12.363" v="23" actId="47"/>
        <pc:sldMkLst>
          <pc:docMk/>
          <pc:sldMk cId="3461075232" sldId="273"/>
        </pc:sldMkLst>
      </pc:sldChg>
      <pc:sldChg chg="delSp modSp add mod">
        <pc:chgData name="edward latorre acero" userId="d131090c0419c419" providerId="LiveId" clId="{FE92040B-389F-49E8-917C-E21FA56168F2}" dt="2024-09-05T16:20:14.124" v="605" actId="20577"/>
        <pc:sldMkLst>
          <pc:docMk/>
          <pc:sldMk cId="121428414" sldId="274"/>
        </pc:sldMkLst>
      </pc:sldChg>
      <pc:sldChg chg="modSp add mod">
        <pc:chgData name="edward latorre acero" userId="d131090c0419c419" providerId="LiveId" clId="{FE92040B-389F-49E8-917C-E21FA56168F2}" dt="2024-09-05T16:22:09.028" v="755" actId="20577"/>
        <pc:sldMkLst>
          <pc:docMk/>
          <pc:sldMk cId="210988910" sldId="275"/>
        </pc:sldMkLst>
      </pc:sldChg>
      <pc:sldChg chg="addSp modSp add mod">
        <pc:chgData name="edward latorre acero" userId="d131090c0419c419" providerId="LiveId" clId="{FE92040B-389F-49E8-917C-E21FA56168F2}" dt="2024-09-05T16:27:39.211" v="778" actId="1076"/>
        <pc:sldMkLst>
          <pc:docMk/>
          <pc:sldMk cId="2785530011" sldId="276"/>
        </pc:sldMkLst>
      </pc:sldChg>
      <pc:sldChg chg="addSp delSp modSp add mod">
        <pc:chgData name="edward latorre acero" userId="d131090c0419c419" providerId="LiveId" clId="{FE92040B-389F-49E8-917C-E21FA56168F2}" dt="2024-09-05T16:30:12.251" v="833" actId="1076"/>
        <pc:sldMkLst>
          <pc:docMk/>
          <pc:sldMk cId="1213910490" sldId="277"/>
        </pc:sldMkLst>
      </pc:sldChg>
      <pc:sldChg chg="addSp delSp modSp add mod">
        <pc:chgData name="edward latorre acero" userId="d131090c0419c419" providerId="LiveId" clId="{FE92040B-389F-49E8-917C-E21FA56168F2}" dt="2024-09-05T16:35:16.305" v="1108" actId="20577"/>
        <pc:sldMkLst>
          <pc:docMk/>
          <pc:sldMk cId="2253525772" sldId="278"/>
        </pc:sldMkLst>
      </pc:sldChg>
      <pc:sldChg chg="del">
        <pc:chgData name="edward latorre acero" userId="d131090c0419c419" providerId="LiveId" clId="{FE92040B-389F-49E8-917C-E21FA56168F2}" dt="2024-08-31T16:41:09.707" v="5" actId="47"/>
        <pc:sldMkLst>
          <pc:docMk/>
          <pc:sldMk cId="66537362" sldId="279"/>
        </pc:sldMkLst>
      </pc:sldChg>
      <pc:sldChg chg="addSp delSp modSp add mod">
        <pc:chgData name="edward latorre acero" userId="d131090c0419c419" providerId="LiveId" clId="{FE92040B-389F-49E8-917C-E21FA56168F2}" dt="2024-09-05T16:35:12.005" v="1106" actId="20577"/>
        <pc:sldMkLst>
          <pc:docMk/>
          <pc:sldMk cId="2428316309" sldId="279"/>
        </pc:sldMkLst>
      </pc:sldChg>
      <pc:sldChg chg="addSp delSp modSp add mod">
        <pc:chgData name="edward latorre acero" userId="d131090c0419c419" providerId="LiveId" clId="{FE92040B-389F-49E8-917C-E21FA56168F2}" dt="2024-09-05T16:38:21.512" v="1119" actId="1076"/>
        <pc:sldMkLst>
          <pc:docMk/>
          <pc:sldMk cId="1738491133" sldId="280"/>
        </pc:sldMkLst>
      </pc:sldChg>
      <pc:sldChg chg="addSp delSp modSp add mod">
        <pc:chgData name="edward latorre acero" userId="d131090c0419c419" providerId="LiveId" clId="{FE92040B-389F-49E8-917C-E21FA56168F2}" dt="2024-09-05T16:41:00.738" v="1125" actId="1076"/>
        <pc:sldMkLst>
          <pc:docMk/>
          <pc:sldMk cId="2433495279" sldId="281"/>
        </pc:sldMkLst>
      </pc:sldChg>
      <pc:sldChg chg="addSp delSp modSp add mod">
        <pc:chgData name="edward latorre acero" userId="d131090c0419c419" providerId="LiveId" clId="{FE92040B-389F-49E8-917C-E21FA56168F2}" dt="2024-09-05T16:42:45.758" v="1140" actId="1076"/>
        <pc:sldMkLst>
          <pc:docMk/>
          <pc:sldMk cId="1361659383" sldId="282"/>
        </pc:sldMkLst>
      </pc:sldChg>
      <pc:sldChg chg="delSp modSp add mod">
        <pc:chgData name="edward latorre acero" userId="d131090c0419c419" providerId="LiveId" clId="{FE92040B-389F-49E8-917C-E21FA56168F2}" dt="2024-09-05T16:44:20.655" v="1153" actId="12"/>
        <pc:sldMkLst>
          <pc:docMk/>
          <pc:sldMk cId="945936734" sldId="283"/>
        </pc:sldMkLst>
      </pc:sldChg>
      <pc:sldChg chg="addSp delSp modSp add mod">
        <pc:chgData name="edward latorre acero" userId="d131090c0419c419" providerId="LiveId" clId="{FE92040B-389F-49E8-917C-E21FA56168F2}" dt="2024-09-05T16:55:24.425" v="1415" actId="20577"/>
        <pc:sldMkLst>
          <pc:docMk/>
          <pc:sldMk cId="2344744184" sldId="284"/>
        </pc:sldMkLst>
      </pc:sldChg>
      <pc:sldChg chg="add del">
        <pc:chgData name="edward latorre acero" userId="d131090c0419c419" providerId="LiveId" clId="{FE92040B-389F-49E8-917C-E21FA56168F2}" dt="2024-09-05T16:51:05.877" v="1290" actId="2890"/>
        <pc:sldMkLst>
          <pc:docMk/>
          <pc:sldMk cId="1155384710" sldId="285"/>
        </pc:sldMkLst>
      </pc:sldChg>
      <pc:sldChg chg="modSp add mod">
        <pc:chgData name="edward latorre acero" userId="d131090c0419c419" providerId="LiveId" clId="{FE92040B-389F-49E8-917C-E21FA56168F2}" dt="2024-09-05T16:52:45.837" v="1318" actId="20577"/>
        <pc:sldMkLst>
          <pc:docMk/>
          <pc:sldMk cId="2932370674" sldId="285"/>
        </pc:sldMkLst>
      </pc:sldChg>
      <pc:sldChg chg="modSp add mod">
        <pc:chgData name="edward latorre acero" userId="d131090c0419c419" providerId="LiveId" clId="{FE92040B-389F-49E8-917C-E21FA56168F2}" dt="2024-09-05T16:55:28.430" v="1417" actId="20577"/>
        <pc:sldMkLst>
          <pc:docMk/>
          <pc:sldMk cId="2328962641" sldId="286"/>
        </pc:sldMkLst>
      </pc:sldChg>
      <pc:sldChg chg="del">
        <pc:chgData name="edward latorre acero" userId="d131090c0419c419" providerId="LiveId" clId="{FE92040B-389F-49E8-917C-E21FA56168F2}" dt="2024-08-31T16:41:14.003" v="33" actId="47"/>
        <pc:sldMkLst>
          <pc:docMk/>
          <pc:sldMk cId="117158647" sldId="287"/>
        </pc:sldMkLst>
      </pc:sldChg>
      <pc:sldChg chg="addSp delSp modSp add mod">
        <pc:chgData name="edward latorre acero" userId="d131090c0419c419" providerId="LiveId" clId="{FE92040B-389F-49E8-917C-E21FA56168F2}" dt="2024-09-05T17:00:12.139" v="1535" actId="1076"/>
        <pc:sldMkLst>
          <pc:docMk/>
          <pc:sldMk cId="1004076924" sldId="287"/>
        </pc:sldMkLst>
      </pc:sldChg>
      <pc:sldChg chg="modSp add mod">
        <pc:chgData name="edward latorre acero" userId="d131090c0419c419" providerId="LiveId" clId="{FE92040B-389F-49E8-917C-E21FA56168F2}" dt="2024-09-05T16:57:47.776" v="1515" actId="113"/>
        <pc:sldMkLst>
          <pc:docMk/>
          <pc:sldMk cId="417311850" sldId="288"/>
        </pc:sldMkLst>
      </pc:sldChg>
      <pc:sldChg chg="del">
        <pc:chgData name="edward latorre acero" userId="d131090c0419c419" providerId="LiveId" clId="{FE92040B-389F-49E8-917C-E21FA56168F2}" dt="2024-08-31T16:41:13.910" v="32" actId="47"/>
        <pc:sldMkLst>
          <pc:docMk/>
          <pc:sldMk cId="2646104951" sldId="288"/>
        </pc:sldMkLst>
      </pc:sldChg>
      <pc:sldChg chg="delSp modSp add mod">
        <pc:chgData name="edward latorre acero" userId="d131090c0419c419" providerId="LiveId" clId="{FE92040B-389F-49E8-917C-E21FA56168F2}" dt="2024-09-05T17:02:37.231" v="1586" actId="20577"/>
        <pc:sldMkLst>
          <pc:docMk/>
          <pc:sldMk cId="2032969650" sldId="289"/>
        </pc:sldMkLst>
      </pc:sldChg>
      <pc:sldChg chg="addSp delSp modSp add mod">
        <pc:chgData name="edward latorre acero" userId="d131090c0419c419" providerId="LiveId" clId="{FE92040B-389F-49E8-917C-E21FA56168F2}" dt="2024-09-05T20:10:39.731" v="1628" actId="1076"/>
        <pc:sldMkLst>
          <pc:docMk/>
          <pc:sldMk cId="525984947" sldId="290"/>
        </pc:sldMkLst>
      </pc:sldChg>
      <pc:sldChg chg="del">
        <pc:chgData name="edward latorre acero" userId="d131090c0419c419" providerId="LiveId" clId="{FE92040B-389F-49E8-917C-E21FA56168F2}" dt="2024-08-31T16:41:12.079" v="21" actId="47"/>
        <pc:sldMkLst>
          <pc:docMk/>
          <pc:sldMk cId="4287675487" sldId="293"/>
        </pc:sldMkLst>
      </pc:sldChg>
      <pc:sldChg chg="del">
        <pc:chgData name="edward latorre acero" userId="d131090c0419c419" providerId="LiveId" clId="{FE92040B-389F-49E8-917C-E21FA56168F2}" dt="2024-08-31T16:41:13.798" v="31" actId="47"/>
        <pc:sldMkLst>
          <pc:docMk/>
          <pc:sldMk cId="3524255652" sldId="294"/>
        </pc:sldMkLst>
      </pc:sldChg>
      <pc:sldChg chg="del">
        <pc:chgData name="edward latorre acero" userId="d131090c0419c419" providerId="LiveId" clId="{FE92040B-389F-49E8-917C-E21FA56168F2}" dt="2024-08-31T16:41:13.622" v="30" actId="47"/>
        <pc:sldMkLst>
          <pc:docMk/>
          <pc:sldMk cId="3286292250" sldId="295"/>
        </pc:sldMkLst>
      </pc:sldChg>
      <pc:sldChg chg="del">
        <pc:chgData name="edward latorre acero" userId="d131090c0419c419" providerId="LiveId" clId="{FE92040B-389F-49E8-917C-E21FA56168F2}" dt="2024-08-31T16:41:13.497" v="29" actId="47"/>
        <pc:sldMkLst>
          <pc:docMk/>
          <pc:sldMk cId="113978431" sldId="296"/>
        </pc:sldMkLst>
      </pc:sldChg>
      <pc:sldChg chg="del">
        <pc:chgData name="edward latorre acero" userId="d131090c0419c419" providerId="LiveId" clId="{FE92040B-389F-49E8-917C-E21FA56168F2}" dt="2024-08-31T16:41:13.340" v="28" actId="47"/>
        <pc:sldMkLst>
          <pc:docMk/>
          <pc:sldMk cId="4212959282" sldId="297"/>
        </pc:sldMkLst>
      </pc:sldChg>
      <pc:sldChg chg="del">
        <pc:chgData name="edward latorre acero" userId="d131090c0419c419" providerId="LiveId" clId="{FE92040B-389F-49E8-917C-E21FA56168F2}" dt="2024-08-31T16:41:13.196" v="27" actId="47"/>
        <pc:sldMkLst>
          <pc:docMk/>
          <pc:sldMk cId="1273063266" sldId="298"/>
        </pc:sldMkLst>
      </pc:sldChg>
      <pc:sldChg chg="del">
        <pc:chgData name="edward latorre acero" userId="d131090c0419c419" providerId="LiveId" clId="{FE92040B-389F-49E8-917C-E21FA56168F2}" dt="2024-08-31T16:41:13.053" v="26" actId="47"/>
        <pc:sldMkLst>
          <pc:docMk/>
          <pc:sldMk cId="2431683165" sldId="299"/>
        </pc:sldMkLst>
      </pc:sldChg>
      <pc:sldChg chg="del">
        <pc:chgData name="edward latorre acero" userId="d131090c0419c419" providerId="LiveId" clId="{FE92040B-389F-49E8-917C-E21FA56168F2}" dt="2024-08-31T16:41:12.891" v="25" actId="47"/>
        <pc:sldMkLst>
          <pc:docMk/>
          <pc:sldMk cId="1543191329" sldId="300"/>
        </pc:sldMkLst>
      </pc:sldChg>
      <pc:sldChg chg="del">
        <pc:chgData name="edward latorre acero" userId="d131090c0419c419" providerId="LiveId" clId="{FE92040B-389F-49E8-917C-E21FA56168F2}" dt="2024-08-31T16:41:12.453" v="24" actId="47"/>
        <pc:sldMkLst>
          <pc:docMk/>
          <pc:sldMk cId="836534892" sldId="301"/>
        </pc:sldMkLst>
      </pc:sldChg>
      <pc:sldChg chg="del">
        <pc:chgData name="edward latorre acero" userId="d131090c0419c419" providerId="LiveId" clId="{FE92040B-389F-49E8-917C-E21FA56168F2}" dt="2024-08-31T16:41:12.282" v="22" actId="47"/>
        <pc:sldMkLst>
          <pc:docMk/>
          <pc:sldMk cId="4202119772" sldId="302"/>
        </pc:sldMkLst>
      </pc:sldChg>
      <pc:sldChg chg="del">
        <pc:chgData name="edward latorre acero" userId="d131090c0419c419" providerId="LiveId" clId="{FE92040B-389F-49E8-917C-E21FA56168F2}" dt="2024-08-31T16:41:11.958" v="20" actId="47"/>
        <pc:sldMkLst>
          <pc:docMk/>
          <pc:sldMk cId="4091173417" sldId="303"/>
        </pc:sldMkLst>
      </pc:sldChg>
      <pc:sldChg chg="del">
        <pc:chgData name="edward latorre acero" userId="d131090c0419c419" providerId="LiveId" clId="{FE92040B-389F-49E8-917C-E21FA56168F2}" dt="2024-08-31T16:41:11.822" v="19" actId="47"/>
        <pc:sldMkLst>
          <pc:docMk/>
          <pc:sldMk cId="3462500815" sldId="304"/>
        </pc:sldMkLst>
      </pc:sldChg>
      <pc:sldChg chg="del">
        <pc:chgData name="edward latorre acero" userId="d131090c0419c419" providerId="LiveId" clId="{FE92040B-389F-49E8-917C-E21FA56168F2}" dt="2024-08-31T16:41:11.678" v="18" actId="47"/>
        <pc:sldMkLst>
          <pc:docMk/>
          <pc:sldMk cId="3428104290" sldId="305"/>
        </pc:sldMkLst>
      </pc:sldChg>
      <pc:sldChg chg="del">
        <pc:chgData name="edward latorre acero" userId="d131090c0419c419" providerId="LiveId" clId="{FE92040B-389F-49E8-917C-E21FA56168F2}" dt="2024-08-31T16:41:11.527" v="17" actId="47"/>
        <pc:sldMkLst>
          <pc:docMk/>
          <pc:sldMk cId="1676873129" sldId="306"/>
        </pc:sldMkLst>
      </pc:sldChg>
      <pc:sldChg chg="del">
        <pc:chgData name="edward latorre acero" userId="d131090c0419c419" providerId="LiveId" clId="{FE92040B-389F-49E8-917C-E21FA56168F2}" dt="2024-08-31T16:41:11.381" v="16" actId="47"/>
        <pc:sldMkLst>
          <pc:docMk/>
          <pc:sldMk cId="527734125" sldId="307"/>
        </pc:sldMkLst>
      </pc:sldChg>
      <pc:sldChg chg="del">
        <pc:chgData name="edward latorre acero" userId="d131090c0419c419" providerId="LiveId" clId="{FE92040B-389F-49E8-917C-E21FA56168F2}" dt="2024-08-31T16:41:11.259" v="15" actId="47"/>
        <pc:sldMkLst>
          <pc:docMk/>
          <pc:sldMk cId="2545073369" sldId="308"/>
        </pc:sldMkLst>
      </pc:sldChg>
      <pc:sldChg chg="del">
        <pc:chgData name="edward latorre acero" userId="d131090c0419c419" providerId="LiveId" clId="{FE92040B-389F-49E8-917C-E21FA56168F2}" dt="2024-08-31T16:41:11.061" v="14" actId="47"/>
        <pc:sldMkLst>
          <pc:docMk/>
          <pc:sldMk cId="3405212810" sldId="309"/>
        </pc:sldMkLst>
      </pc:sldChg>
      <pc:sldChg chg="del">
        <pc:chgData name="edward latorre acero" userId="d131090c0419c419" providerId="LiveId" clId="{FE92040B-389F-49E8-917C-E21FA56168F2}" dt="2024-08-31T16:41:10.035" v="7" actId="47"/>
        <pc:sldMkLst>
          <pc:docMk/>
          <pc:sldMk cId="2617128816" sldId="310"/>
        </pc:sldMkLst>
      </pc:sldChg>
      <pc:sldChg chg="del">
        <pc:chgData name="edward latorre acero" userId="d131090c0419c419" providerId="LiveId" clId="{FE92040B-389F-49E8-917C-E21FA56168F2}" dt="2024-08-31T16:41:10.934" v="13" actId="47"/>
        <pc:sldMkLst>
          <pc:docMk/>
          <pc:sldMk cId="2140365330" sldId="311"/>
        </pc:sldMkLst>
      </pc:sldChg>
      <pc:sldChg chg="del">
        <pc:chgData name="edward latorre acero" userId="d131090c0419c419" providerId="LiveId" clId="{FE92040B-389F-49E8-917C-E21FA56168F2}" dt="2024-08-31T16:41:10.794" v="12" actId="47"/>
        <pc:sldMkLst>
          <pc:docMk/>
          <pc:sldMk cId="1622374286" sldId="312"/>
        </pc:sldMkLst>
      </pc:sldChg>
      <pc:sldChg chg="del">
        <pc:chgData name="edward latorre acero" userId="d131090c0419c419" providerId="LiveId" clId="{FE92040B-389F-49E8-917C-E21FA56168F2}" dt="2024-08-31T16:41:10.586" v="11" actId="47"/>
        <pc:sldMkLst>
          <pc:docMk/>
          <pc:sldMk cId="810746657" sldId="313"/>
        </pc:sldMkLst>
      </pc:sldChg>
      <pc:sldChg chg="del">
        <pc:chgData name="edward latorre acero" userId="d131090c0419c419" providerId="LiveId" clId="{FE92040B-389F-49E8-917C-E21FA56168F2}" dt="2024-08-31T16:41:10.445" v="10" actId="47"/>
        <pc:sldMkLst>
          <pc:docMk/>
          <pc:sldMk cId="411706003" sldId="314"/>
        </pc:sldMkLst>
      </pc:sldChg>
      <pc:sldChg chg="del">
        <pc:chgData name="edward latorre acero" userId="d131090c0419c419" providerId="LiveId" clId="{FE92040B-389F-49E8-917C-E21FA56168F2}" dt="2024-08-31T16:41:10.301" v="9" actId="47"/>
        <pc:sldMkLst>
          <pc:docMk/>
          <pc:sldMk cId="1046313153" sldId="315"/>
        </pc:sldMkLst>
      </pc:sldChg>
      <pc:sldChg chg="del">
        <pc:chgData name="edward latorre acero" userId="d131090c0419c419" providerId="LiveId" clId="{FE92040B-389F-49E8-917C-E21FA56168F2}" dt="2024-08-31T16:41:10.162" v="8" actId="47"/>
        <pc:sldMkLst>
          <pc:docMk/>
          <pc:sldMk cId="2276807771" sldId="316"/>
        </pc:sldMkLst>
      </pc:sldChg>
      <pc:sldChg chg="del">
        <pc:chgData name="edward latorre acero" userId="d131090c0419c419" providerId="LiveId" clId="{FE92040B-389F-49E8-917C-E21FA56168F2}" dt="2024-08-31T16:41:09.858" v="6" actId="47"/>
        <pc:sldMkLst>
          <pc:docMk/>
          <pc:sldMk cId="2096760800" sldId="317"/>
        </pc:sldMkLst>
      </pc:sldChg>
      <pc:sldChg chg="del">
        <pc:chgData name="edward latorre acero" userId="d131090c0419c419" providerId="LiveId" clId="{FE92040B-389F-49E8-917C-E21FA56168F2}" dt="2024-08-31T16:41:09.449" v="3" actId="47"/>
        <pc:sldMkLst>
          <pc:docMk/>
          <pc:sldMk cId="4009504791" sldId="319"/>
        </pc:sldMkLst>
      </pc:sldChg>
      <pc:sldChg chg="del">
        <pc:chgData name="edward latorre acero" userId="d131090c0419c419" providerId="LiveId" clId="{FE92040B-389F-49E8-917C-E21FA56168F2}" dt="2024-08-31T16:41:09.306" v="2" actId="47"/>
        <pc:sldMkLst>
          <pc:docMk/>
          <pc:sldMk cId="1541407318" sldId="320"/>
        </pc:sldMkLst>
      </pc:sldChg>
    </pc:docChg>
  </pc:docChgLst>
  <pc:docChgLst>
    <pc:chgData name="Julian Andres Gomez Suarez" userId="S::juliana.gomezs@konradlorenz.edu.co::b58972b1-0e7e-43d2-b6da-9a4970adee96" providerId="AD" clId="Web-{B04F3B88-DDD4-5E2B-90D7-D89EA0191434}"/>
    <pc:docChg chg="modSld">
      <pc:chgData name="Julian Andres Gomez Suarez" userId="S::juliana.gomezs@konradlorenz.edu.co::b58972b1-0e7e-43d2-b6da-9a4970adee96" providerId="AD" clId="Web-{B04F3B88-DDD4-5E2B-90D7-D89EA0191434}" dt="2025-08-22T23:48:09.153" v="1" actId="1076"/>
      <pc:docMkLst>
        <pc:docMk/>
      </pc:docMkLst>
      <pc:sldChg chg="modSp">
        <pc:chgData name="Julian Andres Gomez Suarez" userId="S::juliana.gomezs@konradlorenz.edu.co::b58972b1-0e7e-43d2-b6da-9a4970adee96" providerId="AD" clId="Web-{B04F3B88-DDD4-5E2B-90D7-D89EA0191434}" dt="2025-08-22T23:48:09.153" v="1" actId="1076"/>
        <pc:sldMkLst>
          <pc:docMk/>
          <pc:sldMk cId="3737445759" sldId="263"/>
        </pc:sldMkLst>
        <pc:picChg chg="mod">
          <ac:chgData name="Julian Andres Gomez Suarez" userId="S::juliana.gomezs@konradlorenz.edu.co::b58972b1-0e7e-43d2-b6da-9a4970adee96" providerId="AD" clId="Web-{B04F3B88-DDD4-5E2B-90D7-D89EA0191434}" dt="2025-08-22T23:48:09.153" v="1" actId="1076"/>
          <ac:picMkLst>
            <pc:docMk/>
            <pc:sldMk cId="3737445759" sldId="263"/>
            <ac:picMk id="3074" creationId="{014674C1-360E-F813-4D8D-E01FCBF52959}"/>
          </ac:picMkLst>
        </pc:picChg>
      </pc:sldChg>
    </pc:docChg>
  </pc:docChgLst>
  <pc:docChgLst>
    <pc:chgData name="edward latorre acero" userId="d131090c0419c419" providerId="LiveId" clId="{2AB833A4-6B0D-4E8E-8C6A-BB8D4E54A94D}"/>
    <pc:docChg chg="undo redo custSel addSld delSld modSld sldOrd">
      <pc:chgData name="edward latorre acero" userId="d131090c0419c419" providerId="LiveId" clId="{2AB833A4-6B0D-4E8E-8C6A-BB8D4E54A94D}" dt="2024-08-15T21:47:08.897" v="3013" actId="47"/>
      <pc:docMkLst>
        <pc:docMk/>
      </pc:docMkLst>
      <pc:sldChg chg="modSp add del mod">
        <pc:chgData name="edward latorre acero" userId="d131090c0419c419" providerId="LiveId" clId="{2AB833A4-6B0D-4E8E-8C6A-BB8D4E54A94D}" dt="2024-08-15T21:46:58.214" v="3007" actId="47"/>
        <pc:sldMkLst>
          <pc:docMk/>
          <pc:sldMk cId="1844015764" sldId="257"/>
        </pc:sldMkLst>
      </pc:sldChg>
      <pc:sldChg chg="del">
        <pc:chgData name="edward latorre acero" userId="d131090c0419c419" providerId="LiveId" clId="{2AB833A4-6B0D-4E8E-8C6A-BB8D4E54A94D}" dt="2024-08-15T15:31:22.568" v="2" actId="47"/>
        <pc:sldMkLst>
          <pc:docMk/>
          <pc:sldMk cId="4266758764" sldId="262"/>
        </pc:sldMkLst>
      </pc:sldChg>
      <pc:sldChg chg="del">
        <pc:chgData name="edward latorre acero" userId="d131090c0419c419" providerId="LiveId" clId="{2AB833A4-6B0D-4E8E-8C6A-BB8D4E54A94D}" dt="2024-08-15T21:47:03.539" v="3010" actId="47"/>
        <pc:sldMkLst>
          <pc:docMk/>
          <pc:sldMk cId="2457010083" sldId="265"/>
        </pc:sldMkLst>
      </pc:sldChg>
      <pc:sldChg chg="del">
        <pc:chgData name="edward latorre acero" userId="d131090c0419c419" providerId="LiveId" clId="{2AB833A4-6B0D-4E8E-8C6A-BB8D4E54A94D}" dt="2024-08-15T21:47:00.159" v="3008" actId="47"/>
        <pc:sldMkLst>
          <pc:docMk/>
          <pc:sldMk cId="3587237297" sldId="267"/>
        </pc:sldMkLst>
      </pc:sldChg>
      <pc:sldChg chg="addSp delSp modSp add del mod">
        <pc:chgData name="edward latorre acero" userId="d131090c0419c419" providerId="LiveId" clId="{2AB833A4-6B0D-4E8E-8C6A-BB8D4E54A94D}" dt="2024-08-15T16:53:39.855" v="1143" actId="1076"/>
        <pc:sldMkLst>
          <pc:docMk/>
          <pc:sldMk cId="2131771921" sldId="268"/>
        </pc:sldMkLst>
      </pc:sldChg>
      <pc:sldChg chg="del">
        <pc:chgData name="edward latorre acero" userId="d131090c0419c419" providerId="LiveId" clId="{2AB833A4-6B0D-4E8E-8C6A-BB8D4E54A94D}" dt="2024-08-15T21:47:07.261" v="3012" actId="47"/>
        <pc:sldMkLst>
          <pc:docMk/>
          <pc:sldMk cId="913081196" sldId="269"/>
        </pc:sldMkLst>
      </pc:sldChg>
      <pc:sldChg chg="del">
        <pc:chgData name="edward latorre acero" userId="d131090c0419c419" providerId="LiveId" clId="{2AB833A4-6B0D-4E8E-8C6A-BB8D4E54A94D}" dt="2024-08-15T21:47:01.780" v="3009" actId="47"/>
        <pc:sldMkLst>
          <pc:docMk/>
          <pc:sldMk cId="3235498996" sldId="270"/>
        </pc:sldMkLst>
      </pc:sldChg>
      <pc:sldChg chg="del">
        <pc:chgData name="edward latorre acero" userId="d131090c0419c419" providerId="LiveId" clId="{2AB833A4-6B0D-4E8E-8C6A-BB8D4E54A94D}" dt="2024-08-15T21:47:05.848" v="3011" actId="47"/>
        <pc:sldMkLst>
          <pc:docMk/>
          <pc:sldMk cId="2638631623" sldId="271"/>
        </pc:sldMkLst>
      </pc:sldChg>
      <pc:sldChg chg="ord">
        <pc:chgData name="edward latorre acero" userId="d131090c0419c419" providerId="LiveId" clId="{2AB833A4-6B0D-4E8E-8C6A-BB8D4E54A94D}" dt="2024-08-15T16:23:27.224" v="647"/>
        <pc:sldMkLst>
          <pc:docMk/>
          <pc:sldMk cId="3461075232" sldId="273"/>
        </pc:sldMkLst>
      </pc:sldChg>
      <pc:sldChg chg="del">
        <pc:chgData name="edward latorre acero" userId="d131090c0419c419" providerId="LiveId" clId="{2AB833A4-6B0D-4E8E-8C6A-BB8D4E54A94D}" dt="2024-08-15T15:31:24.123" v="3" actId="47"/>
        <pc:sldMkLst>
          <pc:docMk/>
          <pc:sldMk cId="1542946703" sldId="276"/>
        </pc:sldMkLst>
      </pc:sldChg>
      <pc:sldChg chg="del">
        <pc:chgData name="edward latorre acero" userId="d131090c0419c419" providerId="LiveId" clId="{2AB833A4-6B0D-4E8E-8C6A-BB8D4E54A94D}" dt="2024-08-15T15:31:25.601" v="4" actId="47"/>
        <pc:sldMkLst>
          <pc:docMk/>
          <pc:sldMk cId="1852707221" sldId="278"/>
        </pc:sldMkLst>
      </pc:sldChg>
      <pc:sldChg chg="modSp mod">
        <pc:chgData name="edward latorre acero" userId="d131090c0419c419" providerId="LiveId" clId="{2AB833A4-6B0D-4E8E-8C6A-BB8D4E54A94D}" dt="2024-08-15T15:40:29.392" v="53" actId="20577"/>
        <pc:sldMkLst>
          <pc:docMk/>
          <pc:sldMk cId="66537362" sldId="279"/>
        </pc:sldMkLst>
      </pc:sldChg>
      <pc:sldChg chg="del ord">
        <pc:chgData name="edward latorre acero" userId="d131090c0419c419" providerId="LiveId" clId="{2AB833A4-6B0D-4E8E-8C6A-BB8D4E54A94D}" dt="2024-08-15T21:47:08.897" v="3013" actId="47"/>
        <pc:sldMkLst>
          <pc:docMk/>
          <pc:sldMk cId="3377147650" sldId="281"/>
        </pc:sldMkLst>
      </pc:sldChg>
      <pc:sldChg chg="del">
        <pc:chgData name="edward latorre acero" userId="d131090c0419c419" providerId="LiveId" clId="{2AB833A4-6B0D-4E8E-8C6A-BB8D4E54A94D}" dt="2024-08-15T15:33:58.905" v="6" actId="47"/>
        <pc:sldMkLst>
          <pc:docMk/>
          <pc:sldMk cId="4083610273" sldId="282"/>
        </pc:sldMkLst>
      </pc:sldChg>
      <pc:sldChg chg="del">
        <pc:chgData name="edward latorre acero" userId="d131090c0419c419" providerId="LiveId" clId="{2AB833A4-6B0D-4E8E-8C6A-BB8D4E54A94D}" dt="2024-08-15T15:31:16.598" v="0" actId="47"/>
        <pc:sldMkLst>
          <pc:docMk/>
          <pc:sldMk cId="2714762940" sldId="284"/>
        </pc:sldMkLst>
      </pc:sldChg>
      <pc:sldChg chg="del">
        <pc:chgData name="edward latorre acero" userId="d131090c0419c419" providerId="LiveId" clId="{2AB833A4-6B0D-4E8E-8C6A-BB8D4E54A94D}" dt="2024-08-15T15:31:17.728" v="1" actId="47"/>
        <pc:sldMkLst>
          <pc:docMk/>
          <pc:sldMk cId="867428989" sldId="285"/>
        </pc:sldMkLst>
      </pc:sldChg>
      <pc:sldChg chg="del">
        <pc:chgData name="edward latorre acero" userId="d131090c0419c419" providerId="LiveId" clId="{2AB833A4-6B0D-4E8E-8C6A-BB8D4E54A94D}" dt="2024-08-15T15:31:32.930" v="5" actId="47"/>
        <pc:sldMkLst>
          <pc:docMk/>
          <pc:sldMk cId="3091108584" sldId="286"/>
        </pc:sldMkLst>
      </pc:sldChg>
      <pc:sldChg chg="modSp mod modNotesTx">
        <pc:chgData name="edward latorre acero" userId="d131090c0419c419" providerId="LiveId" clId="{2AB833A4-6B0D-4E8E-8C6A-BB8D4E54A94D}" dt="2024-08-15T16:00:24.333" v="394"/>
        <pc:sldMkLst>
          <pc:docMk/>
          <pc:sldMk cId="2646104951" sldId="288"/>
        </pc:sldMkLst>
      </pc:sldChg>
      <pc:sldChg chg="del">
        <pc:chgData name="edward latorre acero" userId="d131090c0419c419" providerId="LiveId" clId="{2AB833A4-6B0D-4E8E-8C6A-BB8D4E54A94D}" dt="2024-08-15T15:45:10.529" v="74" actId="47"/>
        <pc:sldMkLst>
          <pc:docMk/>
          <pc:sldMk cId="881609996" sldId="289"/>
        </pc:sldMkLst>
      </pc:sldChg>
      <pc:sldChg chg="del">
        <pc:chgData name="edward latorre acero" userId="d131090c0419c419" providerId="LiveId" clId="{2AB833A4-6B0D-4E8E-8C6A-BB8D4E54A94D}" dt="2024-08-15T15:45:11.858" v="75" actId="47"/>
        <pc:sldMkLst>
          <pc:docMk/>
          <pc:sldMk cId="2473986925" sldId="290"/>
        </pc:sldMkLst>
      </pc:sldChg>
      <pc:sldChg chg="del">
        <pc:chgData name="edward latorre acero" userId="d131090c0419c419" providerId="LiveId" clId="{2AB833A4-6B0D-4E8E-8C6A-BB8D4E54A94D}" dt="2024-08-15T21:46:55.414" v="3005" actId="47"/>
        <pc:sldMkLst>
          <pc:docMk/>
          <pc:sldMk cId="1310985919" sldId="292"/>
        </pc:sldMkLst>
      </pc:sldChg>
      <pc:sldChg chg="modSp new mod ord">
        <pc:chgData name="edward latorre acero" userId="d131090c0419c419" providerId="LiveId" clId="{2AB833A4-6B0D-4E8E-8C6A-BB8D4E54A94D}" dt="2024-08-15T16:26:59.285" v="753" actId="5793"/>
        <pc:sldMkLst>
          <pc:docMk/>
          <pc:sldMk cId="4287675487" sldId="293"/>
        </pc:sldMkLst>
      </pc:sldChg>
      <pc:sldChg chg="modSp new mod">
        <pc:chgData name="edward latorre acero" userId="d131090c0419c419" providerId="LiveId" clId="{2AB833A4-6B0D-4E8E-8C6A-BB8D4E54A94D}" dt="2024-08-15T16:10:03.915" v="412" actId="14100"/>
        <pc:sldMkLst>
          <pc:docMk/>
          <pc:sldMk cId="3524255652" sldId="294"/>
        </pc:sldMkLst>
      </pc:sldChg>
      <pc:sldChg chg="modSp add mod">
        <pc:chgData name="edward latorre acero" userId="d131090c0419c419" providerId="LiveId" clId="{2AB833A4-6B0D-4E8E-8C6A-BB8D4E54A94D}" dt="2024-08-15T16:11:02.203" v="425" actId="27636"/>
        <pc:sldMkLst>
          <pc:docMk/>
          <pc:sldMk cId="3286292250" sldId="295"/>
        </pc:sldMkLst>
      </pc:sldChg>
      <pc:sldChg chg="modSp add mod">
        <pc:chgData name="edward latorre acero" userId="d131090c0419c419" providerId="LiveId" clId="{2AB833A4-6B0D-4E8E-8C6A-BB8D4E54A94D}" dt="2024-08-15T16:14:33.502" v="540" actId="27636"/>
        <pc:sldMkLst>
          <pc:docMk/>
          <pc:sldMk cId="113978431" sldId="296"/>
        </pc:sldMkLst>
      </pc:sldChg>
      <pc:sldChg chg="modSp add mod">
        <pc:chgData name="edward latorre acero" userId="d131090c0419c419" providerId="LiveId" clId="{2AB833A4-6B0D-4E8E-8C6A-BB8D4E54A94D}" dt="2024-08-15T16:13:49.273" v="477" actId="14100"/>
        <pc:sldMkLst>
          <pc:docMk/>
          <pc:sldMk cId="4212959282" sldId="297"/>
        </pc:sldMkLst>
      </pc:sldChg>
      <pc:sldChg chg="modSp add mod">
        <pc:chgData name="edward latorre acero" userId="d131090c0419c419" providerId="LiveId" clId="{2AB833A4-6B0D-4E8E-8C6A-BB8D4E54A94D}" dt="2024-08-15T16:15:25.774" v="568" actId="5793"/>
        <pc:sldMkLst>
          <pc:docMk/>
          <pc:sldMk cId="1273063266" sldId="298"/>
        </pc:sldMkLst>
      </pc:sldChg>
      <pc:sldChg chg="modSp new mod">
        <pc:chgData name="edward latorre acero" userId="d131090c0419c419" providerId="LiveId" clId="{2AB833A4-6B0D-4E8E-8C6A-BB8D4E54A94D}" dt="2024-08-15T16:16:51.032" v="590" actId="14100"/>
        <pc:sldMkLst>
          <pc:docMk/>
          <pc:sldMk cId="2431683165" sldId="299"/>
        </pc:sldMkLst>
      </pc:sldChg>
      <pc:sldChg chg="modSp add mod">
        <pc:chgData name="edward latorre acero" userId="d131090c0419c419" providerId="LiveId" clId="{2AB833A4-6B0D-4E8E-8C6A-BB8D4E54A94D}" dt="2024-08-15T16:17:27.813" v="619" actId="27636"/>
        <pc:sldMkLst>
          <pc:docMk/>
          <pc:sldMk cId="1543191329" sldId="300"/>
        </pc:sldMkLst>
      </pc:sldChg>
      <pc:sldChg chg="modSp add mod">
        <pc:chgData name="edward latorre acero" userId="d131090c0419c419" providerId="LiveId" clId="{2AB833A4-6B0D-4E8E-8C6A-BB8D4E54A94D}" dt="2024-08-15T16:18:05.620" v="645" actId="14100"/>
        <pc:sldMkLst>
          <pc:docMk/>
          <pc:sldMk cId="836534892" sldId="301"/>
        </pc:sldMkLst>
      </pc:sldChg>
      <pc:sldChg chg="addSp delSp modSp add mod ord">
        <pc:chgData name="edward latorre acero" userId="d131090c0419c419" providerId="LiveId" clId="{2AB833A4-6B0D-4E8E-8C6A-BB8D4E54A94D}" dt="2024-08-15T16:25:48.298" v="746"/>
        <pc:sldMkLst>
          <pc:docMk/>
          <pc:sldMk cId="4202119772" sldId="302"/>
        </pc:sldMkLst>
      </pc:sldChg>
      <pc:sldChg chg="addSp delSp modSp add mod">
        <pc:chgData name="edward latorre acero" userId="d131090c0419c419" providerId="LiveId" clId="{2AB833A4-6B0D-4E8E-8C6A-BB8D4E54A94D}" dt="2024-08-15T16:28:06.189" v="760" actId="1076"/>
        <pc:sldMkLst>
          <pc:docMk/>
          <pc:sldMk cId="4091173417" sldId="303"/>
        </pc:sldMkLst>
      </pc:sldChg>
      <pc:sldChg chg="addSp delSp modSp add mod">
        <pc:chgData name="edward latorre acero" userId="d131090c0419c419" providerId="LiveId" clId="{2AB833A4-6B0D-4E8E-8C6A-BB8D4E54A94D}" dt="2024-08-15T16:30:36.776" v="842" actId="5793"/>
        <pc:sldMkLst>
          <pc:docMk/>
          <pc:sldMk cId="3462500815" sldId="304"/>
        </pc:sldMkLst>
      </pc:sldChg>
      <pc:sldChg chg="add">
        <pc:chgData name="edward latorre acero" userId="d131090c0419c419" providerId="LiveId" clId="{2AB833A4-6B0D-4E8E-8C6A-BB8D4E54A94D}" dt="2024-08-15T16:29:53.372" v="835" actId="2890"/>
        <pc:sldMkLst>
          <pc:docMk/>
          <pc:sldMk cId="3428104290" sldId="305"/>
        </pc:sldMkLst>
      </pc:sldChg>
      <pc:sldChg chg="addSp delSp modSp add mod">
        <pc:chgData name="edward latorre acero" userId="d131090c0419c419" providerId="LiveId" clId="{2AB833A4-6B0D-4E8E-8C6A-BB8D4E54A94D}" dt="2024-08-15T16:33:42.723" v="925" actId="27636"/>
        <pc:sldMkLst>
          <pc:docMk/>
          <pc:sldMk cId="1676873129" sldId="306"/>
        </pc:sldMkLst>
      </pc:sldChg>
      <pc:sldChg chg="modSp add mod">
        <pc:chgData name="edward latorre acero" userId="d131090c0419c419" providerId="LiveId" clId="{2AB833A4-6B0D-4E8E-8C6A-BB8D4E54A94D}" dt="2024-08-15T16:36:23.938" v="1029" actId="27636"/>
        <pc:sldMkLst>
          <pc:docMk/>
          <pc:sldMk cId="527734125" sldId="307"/>
        </pc:sldMkLst>
      </pc:sldChg>
      <pc:sldChg chg="addSp delSp modSp add mod">
        <pc:chgData name="edward latorre acero" userId="d131090c0419c419" providerId="LiveId" clId="{2AB833A4-6B0D-4E8E-8C6A-BB8D4E54A94D}" dt="2024-08-15T16:41:15.257" v="1037" actId="1076"/>
        <pc:sldMkLst>
          <pc:docMk/>
          <pc:sldMk cId="2545073369" sldId="308"/>
        </pc:sldMkLst>
      </pc:sldChg>
      <pc:sldChg chg="addSp delSp modSp add mod">
        <pc:chgData name="edward latorre acero" userId="d131090c0419c419" providerId="LiveId" clId="{2AB833A4-6B0D-4E8E-8C6A-BB8D4E54A94D}" dt="2024-08-15T16:43:54.425" v="1047" actId="1076"/>
        <pc:sldMkLst>
          <pc:docMk/>
          <pc:sldMk cId="3405212810" sldId="309"/>
        </pc:sldMkLst>
      </pc:sldChg>
      <pc:sldChg chg="add">
        <pc:chgData name="edward latorre acero" userId="d131090c0419c419" providerId="LiveId" clId="{2AB833A4-6B0D-4E8E-8C6A-BB8D4E54A94D}" dt="2024-08-15T16:43:43.240" v="1043" actId="2890"/>
        <pc:sldMkLst>
          <pc:docMk/>
          <pc:sldMk cId="2617128816" sldId="310"/>
        </pc:sldMkLst>
      </pc:sldChg>
      <pc:sldChg chg="addSp delSp modSp add mod">
        <pc:chgData name="edward latorre acero" userId="d131090c0419c419" providerId="LiveId" clId="{2AB833A4-6B0D-4E8E-8C6A-BB8D4E54A94D}" dt="2024-08-15T16:44:34.149" v="1053" actId="1076"/>
        <pc:sldMkLst>
          <pc:docMk/>
          <pc:sldMk cId="2140365330" sldId="311"/>
        </pc:sldMkLst>
      </pc:sldChg>
      <pc:sldChg chg="addSp delSp modSp add mod">
        <pc:chgData name="edward latorre acero" userId="d131090c0419c419" providerId="LiveId" clId="{2AB833A4-6B0D-4E8E-8C6A-BB8D4E54A94D}" dt="2024-08-15T16:47:38.322" v="1072" actId="1076"/>
        <pc:sldMkLst>
          <pc:docMk/>
          <pc:sldMk cId="1622374286" sldId="312"/>
        </pc:sldMkLst>
      </pc:sldChg>
      <pc:sldChg chg="addSp delSp modSp add mod">
        <pc:chgData name="edward latorre acero" userId="d131090c0419c419" providerId="LiveId" clId="{2AB833A4-6B0D-4E8E-8C6A-BB8D4E54A94D}" dt="2024-08-15T16:48:07.081" v="1075" actId="1076"/>
        <pc:sldMkLst>
          <pc:docMk/>
          <pc:sldMk cId="810746657" sldId="313"/>
        </pc:sldMkLst>
      </pc:sldChg>
      <pc:sldChg chg="addSp delSp modSp add mod">
        <pc:chgData name="edward latorre acero" userId="d131090c0419c419" providerId="LiveId" clId="{2AB833A4-6B0D-4E8E-8C6A-BB8D4E54A94D}" dt="2024-08-15T16:48:51.435" v="1082" actId="1076"/>
        <pc:sldMkLst>
          <pc:docMk/>
          <pc:sldMk cId="411706003" sldId="314"/>
        </pc:sldMkLst>
      </pc:sldChg>
      <pc:sldChg chg="add del">
        <pc:chgData name="edward latorre acero" userId="d131090c0419c419" providerId="LiveId" clId="{2AB833A4-6B0D-4E8E-8C6A-BB8D4E54A94D}" dt="2024-08-15T16:47:02.262" v="1066"/>
        <pc:sldMkLst>
          <pc:docMk/>
          <pc:sldMk cId="746741358" sldId="314"/>
        </pc:sldMkLst>
      </pc:sldChg>
      <pc:sldChg chg="addSp delSp modSp add mod">
        <pc:chgData name="edward latorre acero" userId="d131090c0419c419" providerId="LiveId" clId="{2AB833A4-6B0D-4E8E-8C6A-BB8D4E54A94D}" dt="2024-08-15T16:49:26.539" v="1088" actId="1076"/>
        <pc:sldMkLst>
          <pc:docMk/>
          <pc:sldMk cId="1046313153" sldId="315"/>
        </pc:sldMkLst>
      </pc:sldChg>
      <pc:sldChg chg="addSp delSp modSp add mod">
        <pc:chgData name="edward latorre acero" userId="d131090c0419c419" providerId="LiveId" clId="{2AB833A4-6B0D-4E8E-8C6A-BB8D4E54A94D}" dt="2024-08-15T16:49:57.909" v="1093" actId="1076"/>
        <pc:sldMkLst>
          <pc:docMk/>
          <pc:sldMk cId="2276807771" sldId="316"/>
        </pc:sldMkLst>
      </pc:sldChg>
      <pc:sldChg chg="addSp delSp modSp add mod">
        <pc:chgData name="edward latorre acero" userId="d131090c0419c419" providerId="LiveId" clId="{2AB833A4-6B0D-4E8E-8C6A-BB8D4E54A94D}" dt="2024-08-15T16:51:14.435" v="1099" actId="1076"/>
        <pc:sldMkLst>
          <pc:docMk/>
          <pc:sldMk cId="2096760800" sldId="317"/>
        </pc:sldMkLst>
      </pc:sldChg>
      <pc:sldChg chg="add del">
        <pc:chgData name="edward latorre acero" userId="d131090c0419c419" providerId="LiveId" clId="{2AB833A4-6B0D-4E8E-8C6A-BB8D4E54A94D}" dt="2024-08-15T21:46:49.856" v="3004" actId="47"/>
        <pc:sldMkLst>
          <pc:docMk/>
          <pc:sldMk cId="257260911" sldId="318"/>
        </pc:sldMkLst>
      </pc:sldChg>
      <pc:sldChg chg="addSp delSp modSp add mod">
        <pc:chgData name="edward latorre acero" userId="d131090c0419c419" providerId="LiveId" clId="{2AB833A4-6B0D-4E8E-8C6A-BB8D4E54A94D}" dt="2024-08-15T17:02:00.254" v="1842" actId="255"/>
        <pc:sldMkLst>
          <pc:docMk/>
          <pc:sldMk cId="4009504791" sldId="319"/>
        </pc:sldMkLst>
      </pc:sldChg>
      <pc:sldChg chg="modSp add mod">
        <pc:chgData name="edward latorre acero" userId="d131090c0419c419" providerId="LiveId" clId="{2AB833A4-6B0D-4E8E-8C6A-BB8D4E54A94D}" dt="2024-08-15T17:13:10.248" v="3003" actId="255"/>
        <pc:sldMkLst>
          <pc:docMk/>
          <pc:sldMk cId="1541407318" sldId="32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19BDDC-1D24-44DB-AEEE-24F6C4224591}" type="datetimeFigureOut">
              <a:rPr lang="es-CO" smtClean="0"/>
              <a:t>13/09/2025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ACD514-5B23-4F41-BE9A-5ADBB789B21C}" type="slidenum">
              <a:rPr lang="es-CO" smtClean="0"/>
              <a:t>‹#›</a:t>
            </a:fld>
            <a:endParaRPr lang="es-CO"/>
          </a:p>
        </p:txBody>
      </p:sp>
    </p:spTree>
    <p:extLst>
      <p:ext uri="{BB962C8B-B14F-4D97-AF65-F5344CB8AC3E}">
        <p14:creationId xmlns:p14="http://schemas.microsoft.com/office/powerpoint/2010/main" val="1399794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AD3373-2ED0-5F5A-1978-DAE4877FAB5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C0CDB9B5-F26C-ADE6-C133-79023B4B21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F81E2767-5845-9CC3-F460-9EC06C96CD64}"/>
              </a:ext>
            </a:extLst>
          </p:cNvPr>
          <p:cNvSpPr>
            <a:spLocks noGrp="1"/>
          </p:cNvSpPr>
          <p:nvPr>
            <p:ph type="dt" sz="half" idx="10"/>
          </p:nvPr>
        </p:nvSpPr>
        <p:spPr/>
        <p:txBody>
          <a:bodyPr/>
          <a:lstStyle/>
          <a:p>
            <a:fld id="{18E85EA6-A01C-41A7-9880-1B3B303AD4BC}" type="datetimeFigureOut">
              <a:rPr lang="es-CO" smtClean="0"/>
              <a:t>13/09/2025</a:t>
            </a:fld>
            <a:endParaRPr lang="es-CO"/>
          </a:p>
        </p:txBody>
      </p:sp>
      <p:sp>
        <p:nvSpPr>
          <p:cNvPr id="5" name="Marcador de pie de página 4">
            <a:extLst>
              <a:ext uri="{FF2B5EF4-FFF2-40B4-BE49-F238E27FC236}">
                <a16:creationId xmlns:a16="http://schemas.microsoft.com/office/drawing/2014/main" id="{D50B93BE-F4D5-09B0-46E1-FD6C6F84029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F791EE8-4F1C-BC02-C84C-D9BCCA0F7575}"/>
              </a:ext>
            </a:extLst>
          </p:cNvPr>
          <p:cNvSpPr>
            <a:spLocks noGrp="1"/>
          </p:cNvSpPr>
          <p:nvPr>
            <p:ph type="sldNum" sz="quarter" idx="12"/>
          </p:nvPr>
        </p:nvSpPr>
        <p:spPr/>
        <p:txBody>
          <a:bodyPr/>
          <a:lstStyle/>
          <a:p>
            <a:fld id="{DBBB229C-8ACA-432A-8318-70F61F8071B6}" type="slidenum">
              <a:rPr lang="es-CO" smtClean="0"/>
              <a:t>‹#›</a:t>
            </a:fld>
            <a:endParaRPr lang="es-CO"/>
          </a:p>
        </p:txBody>
      </p:sp>
    </p:spTree>
    <p:extLst>
      <p:ext uri="{BB962C8B-B14F-4D97-AF65-F5344CB8AC3E}">
        <p14:creationId xmlns:p14="http://schemas.microsoft.com/office/powerpoint/2010/main" val="1379587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535F4F-4E15-FB71-56B8-72B3139A9328}"/>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421D3F79-70B1-3848-2D01-C58D7C64F6D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E2EE5082-55EF-D84C-A0CF-92EA71011566}"/>
              </a:ext>
            </a:extLst>
          </p:cNvPr>
          <p:cNvSpPr>
            <a:spLocks noGrp="1"/>
          </p:cNvSpPr>
          <p:nvPr>
            <p:ph type="dt" sz="half" idx="10"/>
          </p:nvPr>
        </p:nvSpPr>
        <p:spPr/>
        <p:txBody>
          <a:bodyPr/>
          <a:lstStyle/>
          <a:p>
            <a:fld id="{18E85EA6-A01C-41A7-9880-1B3B303AD4BC}" type="datetimeFigureOut">
              <a:rPr lang="es-CO" smtClean="0"/>
              <a:t>13/09/2025</a:t>
            </a:fld>
            <a:endParaRPr lang="es-CO"/>
          </a:p>
        </p:txBody>
      </p:sp>
      <p:sp>
        <p:nvSpPr>
          <p:cNvPr id="5" name="Marcador de pie de página 4">
            <a:extLst>
              <a:ext uri="{FF2B5EF4-FFF2-40B4-BE49-F238E27FC236}">
                <a16:creationId xmlns:a16="http://schemas.microsoft.com/office/drawing/2014/main" id="{BF814CDC-6066-BC1A-11A1-BEACF12D804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23CAF8F-5101-D39E-23D8-7D04CABA0917}"/>
              </a:ext>
            </a:extLst>
          </p:cNvPr>
          <p:cNvSpPr>
            <a:spLocks noGrp="1"/>
          </p:cNvSpPr>
          <p:nvPr>
            <p:ph type="sldNum" sz="quarter" idx="12"/>
          </p:nvPr>
        </p:nvSpPr>
        <p:spPr/>
        <p:txBody>
          <a:bodyPr/>
          <a:lstStyle/>
          <a:p>
            <a:fld id="{DBBB229C-8ACA-432A-8318-70F61F8071B6}" type="slidenum">
              <a:rPr lang="es-CO" smtClean="0"/>
              <a:t>‹#›</a:t>
            </a:fld>
            <a:endParaRPr lang="es-CO"/>
          </a:p>
        </p:txBody>
      </p:sp>
    </p:spTree>
    <p:extLst>
      <p:ext uri="{BB962C8B-B14F-4D97-AF65-F5344CB8AC3E}">
        <p14:creationId xmlns:p14="http://schemas.microsoft.com/office/powerpoint/2010/main" val="543831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680EE8-F878-5D12-3835-458D6934FDD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79524A1-828E-A5C5-0D2B-99A99BF2778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E82ACA8-DA4B-65C8-E14A-4CF5E8495F2C}"/>
              </a:ext>
            </a:extLst>
          </p:cNvPr>
          <p:cNvSpPr>
            <a:spLocks noGrp="1"/>
          </p:cNvSpPr>
          <p:nvPr>
            <p:ph type="dt" sz="half" idx="10"/>
          </p:nvPr>
        </p:nvSpPr>
        <p:spPr/>
        <p:txBody>
          <a:bodyPr/>
          <a:lstStyle/>
          <a:p>
            <a:fld id="{18E85EA6-A01C-41A7-9880-1B3B303AD4BC}" type="datetimeFigureOut">
              <a:rPr lang="es-CO" smtClean="0"/>
              <a:t>13/09/2025</a:t>
            </a:fld>
            <a:endParaRPr lang="es-CO"/>
          </a:p>
        </p:txBody>
      </p:sp>
      <p:sp>
        <p:nvSpPr>
          <p:cNvPr id="5" name="Marcador de pie de página 4">
            <a:extLst>
              <a:ext uri="{FF2B5EF4-FFF2-40B4-BE49-F238E27FC236}">
                <a16:creationId xmlns:a16="http://schemas.microsoft.com/office/drawing/2014/main" id="{47ADD2C7-3E4B-4A2E-EB1F-3FCD735847D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03C4B75-1A8C-974F-817A-5CC4B2289AF7}"/>
              </a:ext>
            </a:extLst>
          </p:cNvPr>
          <p:cNvSpPr>
            <a:spLocks noGrp="1"/>
          </p:cNvSpPr>
          <p:nvPr>
            <p:ph type="sldNum" sz="quarter" idx="12"/>
          </p:nvPr>
        </p:nvSpPr>
        <p:spPr/>
        <p:txBody>
          <a:bodyPr/>
          <a:lstStyle/>
          <a:p>
            <a:fld id="{DBBB229C-8ACA-432A-8318-70F61F8071B6}" type="slidenum">
              <a:rPr lang="es-CO" smtClean="0"/>
              <a:t>‹#›</a:t>
            </a:fld>
            <a:endParaRPr lang="es-CO"/>
          </a:p>
        </p:txBody>
      </p:sp>
    </p:spTree>
    <p:extLst>
      <p:ext uri="{BB962C8B-B14F-4D97-AF65-F5344CB8AC3E}">
        <p14:creationId xmlns:p14="http://schemas.microsoft.com/office/powerpoint/2010/main" val="918185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2AF6A5-30C8-932D-8425-8A47109D4D2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0867B35-96E5-2143-4651-CD172645A82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3140178-AB6F-7F81-C273-FE032FBC894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823A3E76-0A65-E832-8544-0DBAF7A78622}"/>
              </a:ext>
            </a:extLst>
          </p:cNvPr>
          <p:cNvSpPr>
            <a:spLocks noGrp="1"/>
          </p:cNvSpPr>
          <p:nvPr>
            <p:ph type="dt" sz="half" idx="10"/>
          </p:nvPr>
        </p:nvSpPr>
        <p:spPr/>
        <p:txBody>
          <a:bodyPr/>
          <a:lstStyle/>
          <a:p>
            <a:fld id="{18E85EA6-A01C-41A7-9880-1B3B303AD4BC}" type="datetimeFigureOut">
              <a:rPr lang="es-CO" smtClean="0"/>
              <a:t>13/09/2025</a:t>
            </a:fld>
            <a:endParaRPr lang="es-CO"/>
          </a:p>
        </p:txBody>
      </p:sp>
      <p:sp>
        <p:nvSpPr>
          <p:cNvPr id="6" name="Marcador de pie de página 5">
            <a:extLst>
              <a:ext uri="{FF2B5EF4-FFF2-40B4-BE49-F238E27FC236}">
                <a16:creationId xmlns:a16="http://schemas.microsoft.com/office/drawing/2014/main" id="{60AD69B7-F1D8-D36A-0A81-B61B35B7852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8D9755A6-1332-ADDB-ED5A-2AAE6E99314E}"/>
              </a:ext>
            </a:extLst>
          </p:cNvPr>
          <p:cNvSpPr>
            <a:spLocks noGrp="1"/>
          </p:cNvSpPr>
          <p:nvPr>
            <p:ph type="sldNum" sz="quarter" idx="12"/>
          </p:nvPr>
        </p:nvSpPr>
        <p:spPr/>
        <p:txBody>
          <a:bodyPr/>
          <a:lstStyle/>
          <a:p>
            <a:fld id="{DBBB229C-8ACA-432A-8318-70F61F8071B6}" type="slidenum">
              <a:rPr lang="es-CO" smtClean="0"/>
              <a:t>‹#›</a:t>
            </a:fld>
            <a:endParaRPr lang="es-CO"/>
          </a:p>
        </p:txBody>
      </p:sp>
    </p:spTree>
    <p:extLst>
      <p:ext uri="{BB962C8B-B14F-4D97-AF65-F5344CB8AC3E}">
        <p14:creationId xmlns:p14="http://schemas.microsoft.com/office/powerpoint/2010/main" val="686038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42E395-19A9-ACC0-2EED-657326EE7A7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11B5FFDC-1B55-EF4D-E16A-17388C076E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A0C6BB4-86E6-E0C2-F680-2D9D721A413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F1741E72-6306-9A94-6525-D52FBF2A70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5BBC60D-ADF2-2C9F-20D4-51D7D6FE359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BE7AF9A2-B7DD-4DE8-7E8F-7C01795BC9C6}"/>
              </a:ext>
            </a:extLst>
          </p:cNvPr>
          <p:cNvSpPr>
            <a:spLocks noGrp="1"/>
          </p:cNvSpPr>
          <p:nvPr>
            <p:ph type="dt" sz="half" idx="10"/>
          </p:nvPr>
        </p:nvSpPr>
        <p:spPr/>
        <p:txBody>
          <a:bodyPr/>
          <a:lstStyle/>
          <a:p>
            <a:fld id="{18E85EA6-A01C-41A7-9880-1B3B303AD4BC}" type="datetimeFigureOut">
              <a:rPr lang="es-CO" smtClean="0"/>
              <a:t>13/09/2025</a:t>
            </a:fld>
            <a:endParaRPr lang="es-CO"/>
          </a:p>
        </p:txBody>
      </p:sp>
      <p:sp>
        <p:nvSpPr>
          <p:cNvPr id="8" name="Marcador de pie de página 7">
            <a:extLst>
              <a:ext uri="{FF2B5EF4-FFF2-40B4-BE49-F238E27FC236}">
                <a16:creationId xmlns:a16="http://schemas.microsoft.com/office/drawing/2014/main" id="{D976A720-7BFA-005B-E673-3825D8D1205D}"/>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FDADEBFB-43F2-B710-CD3A-6F89C59FF728}"/>
              </a:ext>
            </a:extLst>
          </p:cNvPr>
          <p:cNvSpPr>
            <a:spLocks noGrp="1"/>
          </p:cNvSpPr>
          <p:nvPr>
            <p:ph type="sldNum" sz="quarter" idx="12"/>
          </p:nvPr>
        </p:nvSpPr>
        <p:spPr/>
        <p:txBody>
          <a:bodyPr/>
          <a:lstStyle/>
          <a:p>
            <a:fld id="{DBBB229C-8ACA-432A-8318-70F61F8071B6}" type="slidenum">
              <a:rPr lang="es-CO" smtClean="0"/>
              <a:t>‹#›</a:t>
            </a:fld>
            <a:endParaRPr lang="es-CO"/>
          </a:p>
        </p:txBody>
      </p:sp>
    </p:spTree>
    <p:extLst>
      <p:ext uri="{BB962C8B-B14F-4D97-AF65-F5344CB8AC3E}">
        <p14:creationId xmlns:p14="http://schemas.microsoft.com/office/powerpoint/2010/main" val="170758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382CE5-D99B-9F6A-CDC9-49DC16733DC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9EB6D7BD-934F-5E76-ADBD-2189CC4F26EE}"/>
              </a:ext>
            </a:extLst>
          </p:cNvPr>
          <p:cNvSpPr>
            <a:spLocks noGrp="1"/>
          </p:cNvSpPr>
          <p:nvPr>
            <p:ph type="dt" sz="half" idx="10"/>
          </p:nvPr>
        </p:nvSpPr>
        <p:spPr/>
        <p:txBody>
          <a:bodyPr/>
          <a:lstStyle/>
          <a:p>
            <a:fld id="{18E85EA6-A01C-41A7-9880-1B3B303AD4BC}" type="datetimeFigureOut">
              <a:rPr lang="es-CO" smtClean="0"/>
              <a:t>13/09/2025</a:t>
            </a:fld>
            <a:endParaRPr lang="es-CO"/>
          </a:p>
        </p:txBody>
      </p:sp>
      <p:sp>
        <p:nvSpPr>
          <p:cNvPr id="4" name="Marcador de pie de página 3">
            <a:extLst>
              <a:ext uri="{FF2B5EF4-FFF2-40B4-BE49-F238E27FC236}">
                <a16:creationId xmlns:a16="http://schemas.microsoft.com/office/drawing/2014/main" id="{95E29A9A-03B9-3C55-DF82-1D068919E5F4}"/>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21B6AC9D-E1BD-EBCB-31FE-EB4B86786315}"/>
              </a:ext>
            </a:extLst>
          </p:cNvPr>
          <p:cNvSpPr>
            <a:spLocks noGrp="1"/>
          </p:cNvSpPr>
          <p:nvPr>
            <p:ph type="sldNum" sz="quarter" idx="12"/>
          </p:nvPr>
        </p:nvSpPr>
        <p:spPr/>
        <p:txBody>
          <a:bodyPr/>
          <a:lstStyle/>
          <a:p>
            <a:fld id="{DBBB229C-8ACA-432A-8318-70F61F8071B6}" type="slidenum">
              <a:rPr lang="es-CO" smtClean="0"/>
              <a:t>‹#›</a:t>
            </a:fld>
            <a:endParaRPr lang="es-CO"/>
          </a:p>
        </p:txBody>
      </p:sp>
    </p:spTree>
    <p:extLst>
      <p:ext uri="{BB962C8B-B14F-4D97-AF65-F5344CB8AC3E}">
        <p14:creationId xmlns:p14="http://schemas.microsoft.com/office/powerpoint/2010/main" val="216547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87AB072-1C15-FB81-1F46-AF5DFED95AFF}"/>
              </a:ext>
            </a:extLst>
          </p:cNvPr>
          <p:cNvSpPr>
            <a:spLocks noGrp="1"/>
          </p:cNvSpPr>
          <p:nvPr>
            <p:ph type="dt" sz="half" idx="10"/>
          </p:nvPr>
        </p:nvSpPr>
        <p:spPr/>
        <p:txBody>
          <a:bodyPr/>
          <a:lstStyle/>
          <a:p>
            <a:fld id="{18E85EA6-A01C-41A7-9880-1B3B303AD4BC}" type="datetimeFigureOut">
              <a:rPr lang="es-CO" smtClean="0"/>
              <a:t>13/09/2025</a:t>
            </a:fld>
            <a:endParaRPr lang="es-CO"/>
          </a:p>
        </p:txBody>
      </p:sp>
      <p:sp>
        <p:nvSpPr>
          <p:cNvPr id="3" name="Marcador de pie de página 2">
            <a:extLst>
              <a:ext uri="{FF2B5EF4-FFF2-40B4-BE49-F238E27FC236}">
                <a16:creationId xmlns:a16="http://schemas.microsoft.com/office/drawing/2014/main" id="{D83C754B-3D69-05CD-E7B4-F3CACF185771}"/>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B6FA047F-003E-325F-43E4-1452AD274401}"/>
              </a:ext>
            </a:extLst>
          </p:cNvPr>
          <p:cNvSpPr>
            <a:spLocks noGrp="1"/>
          </p:cNvSpPr>
          <p:nvPr>
            <p:ph type="sldNum" sz="quarter" idx="12"/>
          </p:nvPr>
        </p:nvSpPr>
        <p:spPr/>
        <p:txBody>
          <a:bodyPr/>
          <a:lstStyle/>
          <a:p>
            <a:fld id="{DBBB229C-8ACA-432A-8318-70F61F8071B6}" type="slidenum">
              <a:rPr lang="es-CO" smtClean="0"/>
              <a:t>‹#›</a:t>
            </a:fld>
            <a:endParaRPr lang="es-CO"/>
          </a:p>
        </p:txBody>
      </p:sp>
    </p:spTree>
    <p:extLst>
      <p:ext uri="{BB962C8B-B14F-4D97-AF65-F5344CB8AC3E}">
        <p14:creationId xmlns:p14="http://schemas.microsoft.com/office/powerpoint/2010/main" val="2443212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8CFF74-643C-EAAD-1B03-76814EA087B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7589BDB-AE24-4951-AB1B-DC28A08256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889F9F14-3C80-48B0-D156-A4CBAD511D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B6E1624-3B0A-C8EC-19B2-C4F5ADAFCD6D}"/>
              </a:ext>
            </a:extLst>
          </p:cNvPr>
          <p:cNvSpPr>
            <a:spLocks noGrp="1"/>
          </p:cNvSpPr>
          <p:nvPr>
            <p:ph type="dt" sz="half" idx="10"/>
          </p:nvPr>
        </p:nvSpPr>
        <p:spPr/>
        <p:txBody>
          <a:bodyPr/>
          <a:lstStyle/>
          <a:p>
            <a:fld id="{18E85EA6-A01C-41A7-9880-1B3B303AD4BC}" type="datetimeFigureOut">
              <a:rPr lang="es-CO" smtClean="0"/>
              <a:t>13/09/2025</a:t>
            </a:fld>
            <a:endParaRPr lang="es-CO"/>
          </a:p>
        </p:txBody>
      </p:sp>
      <p:sp>
        <p:nvSpPr>
          <p:cNvPr id="6" name="Marcador de pie de página 5">
            <a:extLst>
              <a:ext uri="{FF2B5EF4-FFF2-40B4-BE49-F238E27FC236}">
                <a16:creationId xmlns:a16="http://schemas.microsoft.com/office/drawing/2014/main" id="{F6C04BD4-AAD6-1B76-D6D9-334064E43E2F}"/>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E5AB1AD-10C6-7537-4A3C-7DDCD34C7E63}"/>
              </a:ext>
            </a:extLst>
          </p:cNvPr>
          <p:cNvSpPr>
            <a:spLocks noGrp="1"/>
          </p:cNvSpPr>
          <p:nvPr>
            <p:ph type="sldNum" sz="quarter" idx="12"/>
          </p:nvPr>
        </p:nvSpPr>
        <p:spPr/>
        <p:txBody>
          <a:bodyPr/>
          <a:lstStyle/>
          <a:p>
            <a:fld id="{DBBB229C-8ACA-432A-8318-70F61F8071B6}" type="slidenum">
              <a:rPr lang="es-CO" smtClean="0"/>
              <a:t>‹#›</a:t>
            </a:fld>
            <a:endParaRPr lang="es-CO"/>
          </a:p>
        </p:txBody>
      </p:sp>
    </p:spTree>
    <p:extLst>
      <p:ext uri="{BB962C8B-B14F-4D97-AF65-F5344CB8AC3E}">
        <p14:creationId xmlns:p14="http://schemas.microsoft.com/office/powerpoint/2010/main" val="1151195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8C5F75-6A5D-567B-EB88-435BE38FD8E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F4558BA-4234-98C6-6EE4-8E52EEBF25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93482D1D-76D3-7F42-BAA5-F3BDE45E0F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A835A31-36AE-192F-D229-374EC143AED3}"/>
              </a:ext>
            </a:extLst>
          </p:cNvPr>
          <p:cNvSpPr>
            <a:spLocks noGrp="1"/>
          </p:cNvSpPr>
          <p:nvPr>
            <p:ph type="dt" sz="half" idx="10"/>
          </p:nvPr>
        </p:nvSpPr>
        <p:spPr/>
        <p:txBody>
          <a:bodyPr/>
          <a:lstStyle/>
          <a:p>
            <a:fld id="{18E85EA6-A01C-41A7-9880-1B3B303AD4BC}" type="datetimeFigureOut">
              <a:rPr lang="es-CO" smtClean="0"/>
              <a:t>13/09/2025</a:t>
            </a:fld>
            <a:endParaRPr lang="es-CO"/>
          </a:p>
        </p:txBody>
      </p:sp>
      <p:sp>
        <p:nvSpPr>
          <p:cNvPr id="6" name="Marcador de pie de página 5">
            <a:extLst>
              <a:ext uri="{FF2B5EF4-FFF2-40B4-BE49-F238E27FC236}">
                <a16:creationId xmlns:a16="http://schemas.microsoft.com/office/drawing/2014/main" id="{DD216E67-8D52-0492-D446-3165944463E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D5B125A6-F1AD-716A-BC5B-2F00E09B4D1A}"/>
              </a:ext>
            </a:extLst>
          </p:cNvPr>
          <p:cNvSpPr>
            <a:spLocks noGrp="1"/>
          </p:cNvSpPr>
          <p:nvPr>
            <p:ph type="sldNum" sz="quarter" idx="12"/>
          </p:nvPr>
        </p:nvSpPr>
        <p:spPr/>
        <p:txBody>
          <a:bodyPr/>
          <a:lstStyle/>
          <a:p>
            <a:fld id="{DBBB229C-8ACA-432A-8318-70F61F8071B6}" type="slidenum">
              <a:rPr lang="es-CO" smtClean="0"/>
              <a:t>‹#›</a:t>
            </a:fld>
            <a:endParaRPr lang="es-CO"/>
          </a:p>
        </p:txBody>
      </p:sp>
    </p:spTree>
    <p:extLst>
      <p:ext uri="{BB962C8B-B14F-4D97-AF65-F5344CB8AC3E}">
        <p14:creationId xmlns:p14="http://schemas.microsoft.com/office/powerpoint/2010/main" val="3800725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037BB1-50A3-ED07-6394-8EF41E65DAA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E6C83BD7-0239-958E-508B-729A25C61D3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E0CC670-5322-325A-F04B-24793A50027C}"/>
              </a:ext>
            </a:extLst>
          </p:cNvPr>
          <p:cNvSpPr>
            <a:spLocks noGrp="1"/>
          </p:cNvSpPr>
          <p:nvPr>
            <p:ph type="dt" sz="half" idx="10"/>
          </p:nvPr>
        </p:nvSpPr>
        <p:spPr/>
        <p:txBody>
          <a:bodyPr/>
          <a:lstStyle/>
          <a:p>
            <a:fld id="{18E85EA6-A01C-41A7-9880-1B3B303AD4BC}" type="datetimeFigureOut">
              <a:rPr lang="es-CO" smtClean="0"/>
              <a:t>13/09/2025</a:t>
            </a:fld>
            <a:endParaRPr lang="es-CO"/>
          </a:p>
        </p:txBody>
      </p:sp>
      <p:sp>
        <p:nvSpPr>
          <p:cNvPr id="5" name="Marcador de pie de página 4">
            <a:extLst>
              <a:ext uri="{FF2B5EF4-FFF2-40B4-BE49-F238E27FC236}">
                <a16:creationId xmlns:a16="http://schemas.microsoft.com/office/drawing/2014/main" id="{93111854-0330-8AB7-ED64-2A06ED1CEAB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22BBAE9-80C0-F882-C9CE-C2BB6794DBA5}"/>
              </a:ext>
            </a:extLst>
          </p:cNvPr>
          <p:cNvSpPr>
            <a:spLocks noGrp="1"/>
          </p:cNvSpPr>
          <p:nvPr>
            <p:ph type="sldNum" sz="quarter" idx="12"/>
          </p:nvPr>
        </p:nvSpPr>
        <p:spPr/>
        <p:txBody>
          <a:bodyPr/>
          <a:lstStyle/>
          <a:p>
            <a:fld id="{DBBB229C-8ACA-432A-8318-70F61F8071B6}" type="slidenum">
              <a:rPr lang="es-CO" smtClean="0"/>
              <a:t>‹#›</a:t>
            </a:fld>
            <a:endParaRPr lang="es-CO"/>
          </a:p>
        </p:txBody>
      </p:sp>
    </p:spTree>
    <p:extLst>
      <p:ext uri="{BB962C8B-B14F-4D97-AF65-F5344CB8AC3E}">
        <p14:creationId xmlns:p14="http://schemas.microsoft.com/office/powerpoint/2010/main" val="2267370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3B19569-6991-5074-F52B-75CD914F7FD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A4CFB45-1108-F102-6C55-8B952025CD5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2073633-1B6A-E4D7-0F4F-8A5E7F71FED8}"/>
              </a:ext>
            </a:extLst>
          </p:cNvPr>
          <p:cNvSpPr>
            <a:spLocks noGrp="1"/>
          </p:cNvSpPr>
          <p:nvPr>
            <p:ph type="dt" sz="half" idx="10"/>
          </p:nvPr>
        </p:nvSpPr>
        <p:spPr/>
        <p:txBody>
          <a:bodyPr/>
          <a:lstStyle/>
          <a:p>
            <a:fld id="{18E85EA6-A01C-41A7-9880-1B3B303AD4BC}" type="datetimeFigureOut">
              <a:rPr lang="es-CO" smtClean="0"/>
              <a:t>13/09/2025</a:t>
            </a:fld>
            <a:endParaRPr lang="es-CO"/>
          </a:p>
        </p:txBody>
      </p:sp>
      <p:sp>
        <p:nvSpPr>
          <p:cNvPr id="5" name="Marcador de pie de página 4">
            <a:extLst>
              <a:ext uri="{FF2B5EF4-FFF2-40B4-BE49-F238E27FC236}">
                <a16:creationId xmlns:a16="http://schemas.microsoft.com/office/drawing/2014/main" id="{A9D3FDA8-6BE7-20C5-D71F-A4B2D6F83A6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FB87201-A2F5-D8DC-9A87-AFD5C9973E82}"/>
              </a:ext>
            </a:extLst>
          </p:cNvPr>
          <p:cNvSpPr>
            <a:spLocks noGrp="1"/>
          </p:cNvSpPr>
          <p:nvPr>
            <p:ph type="sldNum" sz="quarter" idx="12"/>
          </p:nvPr>
        </p:nvSpPr>
        <p:spPr/>
        <p:txBody>
          <a:bodyPr/>
          <a:lstStyle/>
          <a:p>
            <a:fld id="{DBBB229C-8ACA-432A-8318-70F61F8071B6}" type="slidenum">
              <a:rPr lang="es-CO" smtClean="0"/>
              <a:t>‹#›</a:t>
            </a:fld>
            <a:endParaRPr lang="es-CO"/>
          </a:p>
        </p:txBody>
      </p:sp>
    </p:spTree>
    <p:extLst>
      <p:ext uri="{BB962C8B-B14F-4D97-AF65-F5344CB8AC3E}">
        <p14:creationId xmlns:p14="http://schemas.microsoft.com/office/powerpoint/2010/main" val="1106577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EC5C77C-484A-BEC7-7CD3-444649D6A8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02FAD84-DFFD-762A-CB69-08322D2C67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CE0ECE0-898D-A7EF-A3F3-FAE1F2F8A9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E85EA6-A01C-41A7-9880-1B3B303AD4BC}" type="datetimeFigureOut">
              <a:rPr lang="es-CO" smtClean="0"/>
              <a:t>13/09/2025</a:t>
            </a:fld>
            <a:endParaRPr lang="es-CO"/>
          </a:p>
        </p:txBody>
      </p:sp>
      <p:sp>
        <p:nvSpPr>
          <p:cNvPr id="5" name="Marcador de pie de página 4">
            <a:extLst>
              <a:ext uri="{FF2B5EF4-FFF2-40B4-BE49-F238E27FC236}">
                <a16:creationId xmlns:a16="http://schemas.microsoft.com/office/drawing/2014/main" id="{58E26DB8-AD44-C112-CD70-CBAE376EED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77B538F2-C071-553B-EE22-28E8B372B4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BB229C-8ACA-432A-8318-70F61F8071B6}" type="slidenum">
              <a:rPr lang="es-CO" smtClean="0"/>
              <a:t>‹#›</a:t>
            </a:fld>
            <a:endParaRPr lang="es-CO"/>
          </a:p>
        </p:txBody>
      </p:sp>
    </p:spTree>
    <p:extLst>
      <p:ext uri="{BB962C8B-B14F-4D97-AF65-F5344CB8AC3E}">
        <p14:creationId xmlns:p14="http://schemas.microsoft.com/office/powerpoint/2010/main" val="1182077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F64278-2B99-C7BF-BB11-91CEE928D7C4}"/>
              </a:ext>
            </a:extLst>
          </p:cNvPr>
          <p:cNvSpPr>
            <a:spLocks noGrp="1"/>
          </p:cNvSpPr>
          <p:nvPr>
            <p:ph type="ctrTitle"/>
          </p:nvPr>
        </p:nvSpPr>
        <p:spPr/>
        <p:txBody>
          <a:bodyPr/>
          <a:lstStyle/>
          <a:p>
            <a:r>
              <a:rPr lang="es-CO"/>
              <a:t>Introducción a la IA generativa</a:t>
            </a:r>
          </a:p>
        </p:txBody>
      </p:sp>
      <p:sp>
        <p:nvSpPr>
          <p:cNvPr id="3" name="Subtítulo 2">
            <a:extLst>
              <a:ext uri="{FF2B5EF4-FFF2-40B4-BE49-F238E27FC236}">
                <a16:creationId xmlns:a16="http://schemas.microsoft.com/office/drawing/2014/main" id="{BB982D52-70DD-D3B8-C7CA-3FA4C21F050F}"/>
              </a:ext>
            </a:extLst>
          </p:cNvPr>
          <p:cNvSpPr>
            <a:spLocks noGrp="1"/>
          </p:cNvSpPr>
          <p:nvPr>
            <p:ph type="subTitle" idx="1"/>
          </p:nvPr>
        </p:nvSpPr>
        <p:spPr/>
        <p:txBody>
          <a:bodyPr/>
          <a:lstStyle/>
          <a:p>
            <a:r>
              <a:rPr lang="es-CO"/>
              <a:t>Analítica estratégica de datos 2025-01</a:t>
            </a:r>
          </a:p>
          <a:p>
            <a:r>
              <a:rPr lang="es-CO" err="1"/>
              <a:t>MSc</a:t>
            </a:r>
            <a:r>
              <a:rPr lang="es-CO"/>
              <a:t>. Edward O Latorre</a:t>
            </a:r>
          </a:p>
        </p:txBody>
      </p:sp>
    </p:spTree>
    <p:extLst>
      <p:ext uri="{BB962C8B-B14F-4D97-AF65-F5344CB8AC3E}">
        <p14:creationId xmlns:p14="http://schemas.microsoft.com/office/powerpoint/2010/main" val="3147252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04C124-4FAD-FF69-520E-17984C2EACF1}"/>
              </a:ext>
            </a:extLst>
          </p:cNvPr>
          <p:cNvSpPr>
            <a:spLocks noGrp="1"/>
          </p:cNvSpPr>
          <p:nvPr>
            <p:ph type="title"/>
          </p:nvPr>
        </p:nvSpPr>
        <p:spPr/>
        <p:txBody>
          <a:bodyPr>
            <a:normAutofit fontScale="90000"/>
          </a:bodyPr>
          <a:lstStyle/>
          <a:p>
            <a:pPr algn="l"/>
            <a:r>
              <a:rPr lang="es-ES" b="1" i="0">
                <a:solidFill>
                  <a:srgbClr val="242424"/>
                </a:solidFill>
                <a:effectLst/>
                <a:highlight>
                  <a:srgbClr val="FFFFFF"/>
                </a:highlight>
                <a:latin typeface="sohne"/>
              </a:rPr>
              <a:t>1. </a:t>
            </a:r>
            <a:r>
              <a:rPr lang="es-ES" sz="3100" b="1" i="0">
                <a:solidFill>
                  <a:srgbClr val="242424"/>
                </a:solidFill>
                <a:effectLst/>
                <a:highlight>
                  <a:srgbClr val="FFFFFF"/>
                </a:highlight>
                <a:latin typeface="sohne"/>
              </a:rPr>
              <a:t>¿Qué es el Procesamiento del Lenguaje Natural (NLP)?</a:t>
            </a:r>
            <a:br>
              <a:rPr lang="es-ES" b="1" i="0">
                <a:solidFill>
                  <a:srgbClr val="242424"/>
                </a:solidFill>
                <a:effectLst/>
                <a:highlight>
                  <a:srgbClr val="FFFFFF"/>
                </a:highlight>
                <a:latin typeface="sohne"/>
              </a:rPr>
            </a:br>
            <a:r>
              <a:rPr lang="es-ES" sz="2000" b="0" i="0">
                <a:solidFill>
                  <a:srgbClr val="242424"/>
                </a:solidFill>
                <a:effectLst/>
                <a:highlight>
                  <a:srgbClr val="FFFFFF"/>
                </a:highlight>
                <a:latin typeface="source-serif-pro"/>
              </a:rPr>
              <a:t>El procesamiento del lenguaje natural (PLN) es la disciplina de construcción de máquinas que pueden manipular el lenguaje humano, o datos que se asemejan al lenguaje humano, en la forma en que se escribe, habla y organiza.</a:t>
            </a:r>
          </a:p>
        </p:txBody>
      </p:sp>
      <p:pic>
        <p:nvPicPr>
          <p:cNvPr id="1026" name="Picture 2">
            <a:extLst>
              <a:ext uri="{FF2B5EF4-FFF2-40B4-BE49-F238E27FC236}">
                <a16:creationId xmlns:a16="http://schemas.microsoft.com/office/drawing/2014/main" id="{47E13FA7-75A1-EA0B-CB17-D74B0656B9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7407" y="2063750"/>
            <a:ext cx="6667500" cy="4248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4899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04C124-4FAD-FF69-520E-17984C2EACF1}"/>
              </a:ext>
            </a:extLst>
          </p:cNvPr>
          <p:cNvSpPr>
            <a:spLocks noGrp="1"/>
          </p:cNvSpPr>
          <p:nvPr>
            <p:ph type="title"/>
          </p:nvPr>
        </p:nvSpPr>
        <p:spPr>
          <a:xfrm>
            <a:off x="838200" y="365125"/>
            <a:ext cx="10515600" cy="2439859"/>
          </a:xfrm>
        </p:spPr>
        <p:txBody>
          <a:bodyPr>
            <a:normAutofit/>
          </a:bodyPr>
          <a:lstStyle/>
          <a:p>
            <a:pPr algn="l"/>
            <a:r>
              <a:rPr lang="es-ES" b="1">
                <a:solidFill>
                  <a:srgbClr val="242424"/>
                </a:solidFill>
                <a:highlight>
                  <a:srgbClr val="FFFFFF"/>
                </a:highlight>
                <a:latin typeface="sohne"/>
              </a:rPr>
              <a:t>2. </a:t>
            </a:r>
            <a:r>
              <a:rPr lang="es-ES" sz="3200" b="1">
                <a:solidFill>
                  <a:srgbClr val="242424"/>
                </a:solidFill>
                <a:highlight>
                  <a:srgbClr val="FFFFFF"/>
                </a:highlight>
                <a:latin typeface="sohne"/>
              </a:rPr>
              <a:t>Área de estudio</a:t>
            </a:r>
            <a:br>
              <a:rPr lang="es-ES" b="1" i="0">
                <a:solidFill>
                  <a:srgbClr val="242424"/>
                </a:solidFill>
                <a:effectLst/>
                <a:highlight>
                  <a:srgbClr val="FFFFFF"/>
                </a:highlight>
                <a:latin typeface="sohne"/>
              </a:rPr>
            </a:br>
            <a:r>
              <a:rPr lang="es-ES" sz="2000" b="1" i="0">
                <a:solidFill>
                  <a:srgbClr val="242424"/>
                </a:solidFill>
                <a:effectLst/>
                <a:highlight>
                  <a:srgbClr val="FFFFFF"/>
                </a:highlight>
                <a:latin typeface="source-serif-pro"/>
              </a:rPr>
              <a:t>Comprensión del lenguaje natural </a:t>
            </a:r>
            <a:r>
              <a:rPr lang="es-ES" sz="2000" b="0" i="0">
                <a:solidFill>
                  <a:srgbClr val="242424"/>
                </a:solidFill>
                <a:effectLst/>
                <a:highlight>
                  <a:srgbClr val="FFFFFF"/>
                </a:highlight>
                <a:latin typeface="source-serif-pro"/>
              </a:rPr>
              <a:t>(NLU, por sus siglas en inglés), que se ocupa de interpretar el significado detrás del texto, y</a:t>
            </a:r>
            <a:br>
              <a:rPr lang="es-ES" sz="2000" b="0" i="0">
                <a:solidFill>
                  <a:srgbClr val="242424"/>
                </a:solidFill>
                <a:effectLst/>
                <a:highlight>
                  <a:srgbClr val="FFFFFF"/>
                </a:highlight>
                <a:latin typeface="source-serif-pro"/>
              </a:rPr>
            </a:br>
            <a:br>
              <a:rPr lang="es-ES" sz="2000" b="0" i="0">
                <a:solidFill>
                  <a:srgbClr val="242424"/>
                </a:solidFill>
                <a:effectLst/>
                <a:highlight>
                  <a:srgbClr val="FFFFFF"/>
                </a:highlight>
                <a:latin typeface="source-serif-pro"/>
              </a:rPr>
            </a:br>
            <a:r>
              <a:rPr lang="es-ES" sz="2000" b="1" i="0">
                <a:solidFill>
                  <a:srgbClr val="242424"/>
                </a:solidFill>
                <a:effectLst/>
                <a:highlight>
                  <a:srgbClr val="FFFFFF"/>
                </a:highlight>
                <a:latin typeface="source-serif-pro"/>
              </a:rPr>
              <a:t>Generación de Lenguaje Natural</a:t>
            </a:r>
            <a:r>
              <a:rPr lang="es-ES" sz="2000" b="0" i="0">
                <a:solidFill>
                  <a:srgbClr val="242424"/>
                </a:solidFill>
                <a:effectLst/>
                <a:highlight>
                  <a:srgbClr val="FFFFFF"/>
                </a:highlight>
                <a:latin typeface="source-serif-pro"/>
              </a:rPr>
              <a:t> (NLG), que se centra en la producción de texto que imita la escritura humana. Aunque es distinto del reconocimiento de voz, que convierte el lenguaje hablado en texto, el NLP a menudo funciona en conjunto con él.</a:t>
            </a:r>
          </a:p>
        </p:txBody>
      </p:sp>
      <p:pic>
        <p:nvPicPr>
          <p:cNvPr id="1026" name="Picture 2">
            <a:extLst>
              <a:ext uri="{FF2B5EF4-FFF2-40B4-BE49-F238E27FC236}">
                <a16:creationId xmlns:a16="http://schemas.microsoft.com/office/drawing/2014/main" id="{CC314797-93B2-E1CC-0AEE-15EFA0711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6261" y="2991236"/>
            <a:ext cx="6667500" cy="3248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9747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EFB7FF44-CF7E-B8E7-A2D5-4C68C232CE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95250"/>
            <a:ext cx="6667500" cy="666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2617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014674C1-360E-F813-4D8D-E01FCBF529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8862" y="1075222"/>
            <a:ext cx="7341458" cy="5485118"/>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702E0662-B415-419F-DF18-F68CD6FDB113}"/>
              </a:ext>
            </a:extLst>
          </p:cNvPr>
          <p:cNvSpPr txBox="1"/>
          <p:nvPr/>
        </p:nvSpPr>
        <p:spPr>
          <a:xfrm>
            <a:off x="1156226" y="649415"/>
            <a:ext cx="6093618" cy="584775"/>
          </a:xfrm>
          <a:prstGeom prst="rect">
            <a:avLst/>
          </a:prstGeom>
          <a:noFill/>
        </p:spPr>
        <p:txBody>
          <a:bodyPr wrap="square">
            <a:spAutoFit/>
          </a:bodyPr>
          <a:lstStyle/>
          <a:p>
            <a:r>
              <a:rPr lang="es-ES" sz="3200" b="1">
                <a:solidFill>
                  <a:srgbClr val="242424"/>
                </a:solidFill>
                <a:highlight>
                  <a:srgbClr val="FFFFFF"/>
                </a:highlight>
                <a:latin typeface="sohne"/>
              </a:rPr>
              <a:t>3. Términos de NLP</a:t>
            </a:r>
            <a:endParaRPr lang="es-CO" sz="3200"/>
          </a:p>
        </p:txBody>
      </p:sp>
    </p:spTree>
    <p:extLst>
      <p:ext uri="{BB962C8B-B14F-4D97-AF65-F5344CB8AC3E}">
        <p14:creationId xmlns:p14="http://schemas.microsoft.com/office/powerpoint/2010/main" val="3737445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959113" y="412789"/>
            <a:ext cx="10273774" cy="6524863"/>
          </a:xfrm>
          <a:prstGeom prst="rect">
            <a:avLst/>
          </a:prstGeom>
          <a:noFill/>
        </p:spPr>
        <p:txBody>
          <a:bodyPr wrap="square">
            <a:spAutoFit/>
          </a:bodyPr>
          <a:lstStyle/>
          <a:p>
            <a:r>
              <a:rPr lang="es-ES" sz="3200" b="1"/>
              <a:t>3.1 Documento</a:t>
            </a:r>
          </a:p>
          <a:p>
            <a:r>
              <a:rPr lang="es-ES"/>
              <a:t>Un documento es un solo fragmento de texto, que puede ser cualquier cosa, desde una sola oración hasta un libro completo. Es la unidad básica de texto que procesan los modelos de PNL. Los documentos pueden ser de diversa naturaleza, como correos electrónicos, páginas web, artículos o tweets</a:t>
            </a:r>
          </a:p>
          <a:p>
            <a:endParaRPr lang="es-ES"/>
          </a:p>
          <a:p>
            <a:endParaRPr lang="es-ES" sz="3200" b="1"/>
          </a:p>
          <a:p>
            <a:endParaRPr lang="es-ES" sz="3200" b="1"/>
          </a:p>
          <a:p>
            <a:endParaRPr lang="es-ES" sz="3200" b="1"/>
          </a:p>
          <a:p>
            <a:endParaRPr lang="es-ES" sz="3200" b="1"/>
          </a:p>
          <a:p>
            <a:endParaRPr lang="es-ES" sz="3200" b="1"/>
          </a:p>
          <a:p>
            <a:endParaRPr lang="es-ES" sz="3200" b="1"/>
          </a:p>
          <a:p>
            <a:r>
              <a:rPr lang="es-ES" sz="3200" b="1"/>
              <a:t>3.2 Corpus</a:t>
            </a:r>
          </a:p>
          <a:p>
            <a:r>
              <a:rPr lang="es-ES" b="0" i="0">
                <a:solidFill>
                  <a:srgbClr val="242424"/>
                </a:solidFill>
                <a:effectLst/>
                <a:latin typeface="source-serif-pro"/>
              </a:rPr>
              <a:t>Un </a:t>
            </a:r>
            <a:r>
              <a:rPr lang="es-ES" b="1" i="0">
                <a:solidFill>
                  <a:srgbClr val="242424"/>
                </a:solidFill>
                <a:effectLst/>
                <a:latin typeface="source-serif-pro"/>
              </a:rPr>
              <a:t>corpus</a:t>
            </a:r>
            <a:r>
              <a:rPr lang="es-ES" b="0" i="0">
                <a:solidFill>
                  <a:srgbClr val="242424"/>
                </a:solidFill>
                <a:effectLst/>
                <a:latin typeface="source-serif-pro"/>
              </a:rPr>
              <a:t> (plural: corpus) es una gran colección de documentos. Sirve como el conjunto de datos en el que se entrenan y evalúan los modelos de NLP. Un corpus suele contener documentos relacionados por tema, idioma o género y se utiliza para analizar patrones lingüísticos y crear modelos estadísticos.</a:t>
            </a:r>
          </a:p>
          <a:p>
            <a:endParaRPr lang="es-CO"/>
          </a:p>
        </p:txBody>
      </p:sp>
      <p:pic>
        <p:nvPicPr>
          <p:cNvPr id="4098" name="Picture 2">
            <a:extLst>
              <a:ext uri="{FF2B5EF4-FFF2-40B4-BE49-F238E27FC236}">
                <a16:creationId xmlns:a16="http://schemas.microsoft.com/office/drawing/2014/main" id="{9D3541D2-EDB5-27EF-EA85-B145EC3E8D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5886" y="2039419"/>
            <a:ext cx="6028523" cy="3100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7104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56226" y="649415"/>
            <a:ext cx="10273774" cy="5570756"/>
          </a:xfrm>
          <a:prstGeom prst="rect">
            <a:avLst/>
          </a:prstGeom>
          <a:noFill/>
        </p:spPr>
        <p:txBody>
          <a:bodyPr wrap="square">
            <a:spAutoFit/>
          </a:bodyPr>
          <a:lstStyle/>
          <a:p>
            <a:pPr algn="l"/>
            <a:r>
              <a:rPr lang="es-ES" sz="3200" b="1" i="0">
                <a:solidFill>
                  <a:srgbClr val="242424"/>
                </a:solidFill>
                <a:effectLst/>
                <a:latin typeface="sohne"/>
              </a:rPr>
              <a:t>3.3 Característica</a:t>
            </a:r>
          </a:p>
          <a:p>
            <a:pPr algn="l"/>
            <a:r>
              <a:rPr lang="es-ES" b="0" i="0">
                <a:solidFill>
                  <a:srgbClr val="242424"/>
                </a:solidFill>
                <a:effectLst/>
                <a:latin typeface="source-serif-pro"/>
              </a:rPr>
              <a:t>Una </a:t>
            </a:r>
            <a:r>
              <a:rPr lang="es-ES" b="1" i="0">
                <a:solidFill>
                  <a:srgbClr val="242424"/>
                </a:solidFill>
                <a:effectLst/>
                <a:latin typeface="source-serif-pro"/>
              </a:rPr>
              <a:t>característica</a:t>
            </a:r>
            <a:r>
              <a:rPr lang="es-ES" b="0" i="0">
                <a:solidFill>
                  <a:srgbClr val="242424"/>
                </a:solidFill>
                <a:effectLst/>
                <a:latin typeface="source-serif-pro"/>
              </a:rPr>
              <a:t> es una propiedad o característica medible del texto que se usa en los modelos de aprendizaje automático. Las características se extraen de los documentos y pueden representar varios aspectos del texto, como la presencia de palabras específicas, la longitud de las oraciones o la aparición de patrones particulares.</a:t>
            </a:r>
          </a:p>
          <a:p>
            <a:pPr algn="l"/>
            <a:r>
              <a:rPr lang="es-ES" b="1" i="0">
                <a:solidFill>
                  <a:srgbClr val="242424"/>
                </a:solidFill>
                <a:effectLst/>
                <a:latin typeface="source-serif-pro"/>
              </a:rPr>
              <a:t>Ejemplo</a:t>
            </a:r>
            <a:r>
              <a:rPr lang="es-ES" b="0" i="0">
                <a:solidFill>
                  <a:srgbClr val="242424"/>
                </a:solidFill>
                <a:effectLst/>
                <a:latin typeface="source-serif-pro"/>
              </a:rPr>
              <a:t>:</a:t>
            </a:r>
          </a:p>
          <a:p>
            <a:pPr algn="l"/>
            <a:r>
              <a:rPr lang="es-ES" b="1" i="0">
                <a:solidFill>
                  <a:srgbClr val="242424"/>
                </a:solidFill>
                <a:effectLst/>
                <a:latin typeface="source-serif-pro"/>
              </a:rPr>
              <a:t>Bolsa de palabras (</a:t>
            </a:r>
            <a:r>
              <a:rPr lang="es-ES" b="1" i="0" err="1">
                <a:solidFill>
                  <a:srgbClr val="242424"/>
                </a:solidFill>
                <a:effectLst/>
                <a:latin typeface="source-serif-pro"/>
              </a:rPr>
              <a:t>BoW</a:t>
            </a:r>
            <a:r>
              <a:rPr lang="es-ES" b="1" i="0">
                <a:solidFill>
                  <a:srgbClr val="242424"/>
                </a:solidFill>
                <a:effectLst/>
                <a:latin typeface="source-serif-pro"/>
              </a:rPr>
              <a:t>):</a:t>
            </a:r>
            <a:r>
              <a:rPr lang="es-ES" b="0" i="0">
                <a:solidFill>
                  <a:srgbClr val="242424"/>
                </a:solidFill>
                <a:effectLst/>
                <a:latin typeface="source-serif-pro"/>
              </a:rPr>
              <a:t> Cada palabra en el vocabulario es una característica, y el valor es el recuento de la palabra en el documento.</a:t>
            </a:r>
          </a:p>
          <a:p>
            <a:pPr algn="l">
              <a:buFont typeface="Arial" panose="020B0604020202020204" pitchFamily="34" charset="0"/>
              <a:buChar char="•"/>
            </a:pPr>
            <a:r>
              <a:rPr lang="es-ES" b="0" i="0">
                <a:solidFill>
                  <a:srgbClr val="242424"/>
                </a:solidFill>
                <a:effectLst/>
                <a:latin typeface="source-serif-pro"/>
              </a:rPr>
              <a:t>Documento: "Me encanta la PNL".</a:t>
            </a:r>
          </a:p>
          <a:p>
            <a:pPr algn="l">
              <a:buFont typeface="Arial" panose="020B0604020202020204" pitchFamily="34" charset="0"/>
              <a:buChar char="•"/>
            </a:pPr>
            <a:r>
              <a:rPr lang="es-ES" b="0" i="0">
                <a:solidFill>
                  <a:srgbClr val="242424"/>
                </a:solidFill>
                <a:effectLst/>
                <a:latin typeface="source-serif-pro"/>
              </a:rPr>
              <a:t>Características: {"Yo": 1, "Amor": 1, "PNL": 1}</a:t>
            </a:r>
          </a:p>
          <a:p>
            <a:pPr algn="l"/>
            <a:r>
              <a:rPr lang="es-ES" b="1" i="0">
                <a:solidFill>
                  <a:srgbClr val="242424"/>
                </a:solidFill>
                <a:effectLst/>
                <a:latin typeface="source-serif-pro"/>
              </a:rPr>
              <a:t>Frecuencia de Término-Frecuencia Inversa de Documentos (TF-IDF):</a:t>
            </a:r>
            <a:r>
              <a:rPr lang="es-ES" b="0" i="0">
                <a:solidFill>
                  <a:srgbClr val="242424"/>
                </a:solidFill>
                <a:effectLst/>
                <a:latin typeface="source-serif-pro"/>
              </a:rPr>
              <a:t> Medida estadística utilizada para evaluar la importancia de una palabra en un documento en relación con un corpus.</a:t>
            </a:r>
          </a:p>
          <a:p>
            <a:pPr algn="l">
              <a:buFont typeface="Arial" panose="020B0604020202020204" pitchFamily="34" charset="0"/>
              <a:buChar char="•"/>
            </a:pPr>
            <a:r>
              <a:rPr lang="es-ES" b="0" i="0">
                <a:solidFill>
                  <a:srgbClr val="242424"/>
                </a:solidFill>
                <a:effectLst/>
                <a:latin typeface="source-serif-pro"/>
              </a:rPr>
              <a:t>Documento: "El aprendizaje automático es divertido".</a:t>
            </a:r>
          </a:p>
          <a:p>
            <a:pPr algn="l">
              <a:buFont typeface="Arial" panose="020B0604020202020204" pitchFamily="34" charset="0"/>
              <a:buChar char="•"/>
            </a:pPr>
            <a:r>
              <a:rPr lang="es-ES" b="0" i="0">
                <a:solidFill>
                  <a:srgbClr val="242424"/>
                </a:solidFill>
                <a:effectLst/>
                <a:latin typeface="source-serif-pro"/>
              </a:rPr>
              <a:t>Características (puntuaciones TF-IDF): {"Máquina": 0.5, "aprendizaje": 0.5, "es": 0.1, "diversión": 0.7}</a:t>
            </a:r>
          </a:p>
          <a:p>
            <a:pPr algn="l"/>
            <a:r>
              <a:rPr lang="es-ES" b="1" i="0">
                <a:solidFill>
                  <a:srgbClr val="242424"/>
                </a:solidFill>
                <a:effectLst/>
                <a:latin typeface="source-serif-pro"/>
              </a:rPr>
              <a:t>Etiquetas de parte de la oración (POS):</a:t>
            </a:r>
            <a:r>
              <a:rPr lang="es-ES" b="0" i="0">
                <a:solidFill>
                  <a:srgbClr val="242424"/>
                </a:solidFill>
                <a:effectLst/>
                <a:latin typeface="source-serif-pro"/>
              </a:rPr>
              <a:t> Características que indican la categoría gramatical de cada palabra (por ejemplo, sustantivo, verbo, adjetivo).</a:t>
            </a:r>
          </a:p>
          <a:p>
            <a:pPr algn="l">
              <a:buFont typeface="Arial" panose="020B0604020202020204" pitchFamily="34" charset="0"/>
              <a:buChar char="•"/>
            </a:pPr>
            <a:r>
              <a:rPr lang="es-ES" b="0" i="0">
                <a:solidFill>
                  <a:srgbClr val="242424"/>
                </a:solidFill>
                <a:effectLst/>
                <a:latin typeface="source-serif-pro"/>
              </a:rPr>
              <a:t>Documento: "El rápido zorro marrón salta".</a:t>
            </a:r>
          </a:p>
          <a:p>
            <a:pPr algn="l">
              <a:buFont typeface="Arial" panose="020B0604020202020204" pitchFamily="34" charset="0"/>
              <a:buChar char="•"/>
            </a:pPr>
            <a:r>
              <a:rPr lang="es-ES" b="0" i="0">
                <a:solidFill>
                  <a:srgbClr val="242424"/>
                </a:solidFill>
                <a:effectLst/>
                <a:latin typeface="source-serif-pro"/>
              </a:rPr>
              <a:t>Características: {"El": "DET", "rápido": "ADJ", "marrón": "ADJ", "zorro": "SUSTANTIVO", "saltos": "VERBO"}</a:t>
            </a:r>
          </a:p>
          <a:p>
            <a:endParaRPr lang="es-CO"/>
          </a:p>
        </p:txBody>
      </p:sp>
    </p:spTree>
    <p:extLst>
      <p:ext uri="{BB962C8B-B14F-4D97-AF65-F5344CB8AC3E}">
        <p14:creationId xmlns:p14="http://schemas.microsoft.com/office/powerpoint/2010/main" val="2056807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56226" y="649415"/>
            <a:ext cx="10273774" cy="1692771"/>
          </a:xfrm>
          <a:prstGeom prst="rect">
            <a:avLst/>
          </a:prstGeom>
          <a:noFill/>
        </p:spPr>
        <p:txBody>
          <a:bodyPr wrap="square">
            <a:spAutoFit/>
          </a:bodyPr>
          <a:lstStyle/>
          <a:p>
            <a:pPr algn="l"/>
            <a:r>
              <a:rPr lang="es-ES" sz="3200" b="1" i="0">
                <a:solidFill>
                  <a:srgbClr val="242424"/>
                </a:solidFill>
                <a:effectLst/>
                <a:latin typeface="sohne"/>
              </a:rPr>
              <a:t>4. ¿Cómo funciona la PNL?</a:t>
            </a:r>
            <a:endParaRPr lang="es-ES" sz="3200" b="1">
              <a:solidFill>
                <a:srgbClr val="242424"/>
              </a:solidFill>
              <a:latin typeface="sohne"/>
            </a:endParaRPr>
          </a:p>
          <a:p>
            <a:pPr algn="l"/>
            <a:r>
              <a:rPr lang="es-ES" b="0" i="0">
                <a:solidFill>
                  <a:srgbClr val="242424"/>
                </a:solidFill>
                <a:effectLst/>
                <a:latin typeface="source-serif-pro"/>
              </a:rPr>
              <a:t>Los modelos de PNL funcionan encontrando relaciones entre las partes constituyentes del lenguaje, por ejemplo, las letras, palabras y oraciones que se encuentran en un conjunto de datos de texto. Las arquitecturas de NLP utilizan varios métodos para el preprocesamiento de datos, la extracción de características y el modelado.</a:t>
            </a:r>
            <a:endParaRPr lang="es-CO"/>
          </a:p>
        </p:txBody>
      </p:sp>
      <p:pic>
        <p:nvPicPr>
          <p:cNvPr id="5124" name="Picture 4">
            <a:extLst>
              <a:ext uri="{FF2B5EF4-FFF2-40B4-BE49-F238E27FC236}">
                <a16:creationId xmlns:a16="http://schemas.microsoft.com/office/drawing/2014/main" id="{E702F465-79C4-D388-12A9-1FA3077459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6512" y="2567952"/>
            <a:ext cx="6667500" cy="3895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2971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56226" y="649415"/>
            <a:ext cx="10273774" cy="5570756"/>
          </a:xfrm>
          <a:prstGeom prst="rect">
            <a:avLst/>
          </a:prstGeom>
          <a:noFill/>
        </p:spPr>
        <p:txBody>
          <a:bodyPr wrap="square">
            <a:spAutoFit/>
          </a:bodyPr>
          <a:lstStyle/>
          <a:p>
            <a:pPr algn="l"/>
            <a:r>
              <a:rPr lang="es-ES" sz="3200" b="1" i="0">
                <a:solidFill>
                  <a:srgbClr val="242424"/>
                </a:solidFill>
                <a:effectLst/>
                <a:latin typeface="sohne"/>
              </a:rPr>
              <a:t>4.1 Pretratamiento de datos</a:t>
            </a:r>
            <a:endParaRPr lang="es-ES" sz="3200" b="1">
              <a:solidFill>
                <a:srgbClr val="242424"/>
              </a:solidFill>
              <a:latin typeface="sohne"/>
            </a:endParaRPr>
          </a:p>
          <a:p>
            <a:pPr algn="l"/>
            <a:r>
              <a:rPr lang="es-ES" b="0" i="0">
                <a:solidFill>
                  <a:srgbClr val="242424"/>
                </a:solidFill>
                <a:effectLst/>
                <a:latin typeface="source-serif-pro"/>
              </a:rPr>
              <a:t>El primer paso para comprender la PNL se centra en el significado del diálogo y el discurso dentro de un marco contextual. El objetivo principal es facilitar conversaciones significativas entre un </a:t>
            </a:r>
            <a:r>
              <a:rPr lang="es-ES" b="0" i="0" err="1">
                <a:solidFill>
                  <a:srgbClr val="242424"/>
                </a:solidFill>
                <a:effectLst/>
                <a:latin typeface="source-serif-pro"/>
              </a:rPr>
              <a:t>bot</a:t>
            </a:r>
            <a:r>
              <a:rPr lang="es-ES" b="0" i="0">
                <a:solidFill>
                  <a:srgbClr val="242424"/>
                </a:solidFill>
                <a:effectLst/>
                <a:latin typeface="source-serif-pro"/>
              </a:rPr>
              <a:t> de voz y un humano.</a:t>
            </a:r>
          </a:p>
          <a:p>
            <a:pPr algn="l"/>
            <a:r>
              <a:rPr lang="es-ES" b="1" i="0">
                <a:solidFill>
                  <a:srgbClr val="242424"/>
                </a:solidFill>
                <a:effectLst/>
                <a:latin typeface="source-serif-pro"/>
              </a:rPr>
              <a:t>Ejemplo:</a:t>
            </a:r>
            <a:r>
              <a:rPr lang="es-ES" b="0" i="0">
                <a:solidFill>
                  <a:srgbClr val="242424"/>
                </a:solidFill>
                <a:effectLst/>
                <a:latin typeface="source-serif-pro"/>
              </a:rPr>
              <a:t> </a:t>
            </a:r>
          </a:p>
          <a:p>
            <a:pPr algn="l"/>
            <a:r>
              <a:rPr lang="es-ES" b="0" i="0">
                <a:solidFill>
                  <a:srgbClr val="242424"/>
                </a:solidFill>
                <a:effectLst/>
                <a:latin typeface="source-serif-pro"/>
              </a:rPr>
              <a:t>Dar comandos a los </a:t>
            </a:r>
            <a:r>
              <a:rPr lang="es-ES" b="0" i="0" err="1">
                <a:solidFill>
                  <a:srgbClr val="242424"/>
                </a:solidFill>
                <a:effectLst/>
                <a:latin typeface="source-serif-pro"/>
              </a:rPr>
              <a:t>chatbots</a:t>
            </a:r>
            <a:r>
              <a:rPr lang="es-ES" b="0" i="0">
                <a:solidFill>
                  <a:srgbClr val="242424"/>
                </a:solidFill>
                <a:effectLst/>
                <a:latin typeface="source-serif-pro"/>
              </a:rPr>
              <a:t>, como "muéstrame las mejores recetas" o "pon música de fiesta", entra dentro del alcance de este paso. Implica comprender y responder a las solicitudes de los usuarios en el contexto de la conversación en curso.</a:t>
            </a:r>
          </a:p>
          <a:p>
            <a:pPr algn="l"/>
            <a:endParaRPr lang="es-ES">
              <a:solidFill>
                <a:srgbClr val="242424"/>
              </a:solidFill>
              <a:latin typeface="source-serif-pro"/>
            </a:endParaRPr>
          </a:p>
          <a:p>
            <a:pPr algn="l"/>
            <a:r>
              <a:rPr lang="es-ES" b="1" i="0">
                <a:solidFill>
                  <a:srgbClr val="242424"/>
                </a:solidFill>
                <a:effectLst/>
                <a:latin typeface="sohne"/>
              </a:rPr>
              <a:t>4.1.1 </a:t>
            </a:r>
            <a:r>
              <a:rPr lang="es-ES" b="1" i="0" err="1">
                <a:solidFill>
                  <a:srgbClr val="242424"/>
                </a:solidFill>
                <a:effectLst/>
                <a:latin typeface="sohne"/>
              </a:rPr>
              <a:t>Tokenización</a:t>
            </a:r>
            <a:endParaRPr lang="es-ES" b="1" i="0">
              <a:solidFill>
                <a:srgbClr val="242424"/>
              </a:solidFill>
              <a:effectLst/>
              <a:latin typeface="sohne"/>
            </a:endParaRPr>
          </a:p>
          <a:p>
            <a:pPr algn="l"/>
            <a:r>
              <a:rPr lang="es-ES" b="0" i="0">
                <a:solidFill>
                  <a:srgbClr val="242424"/>
                </a:solidFill>
                <a:effectLst/>
                <a:latin typeface="source-serif-pro"/>
              </a:rPr>
              <a:t>El proceso de descomponer el texto en unidades más pequeñas llamadas tokens, que pueden ser palabras, </a:t>
            </a:r>
            <a:r>
              <a:rPr lang="es-ES" b="0" i="0" err="1">
                <a:solidFill>
                  <a:srgbClr val="242424"/>
                </a:solidFill>
                <a:effectLst/>
                <a:latin typeface="source-serif-pro"/>
              </a:rPr>
              <a:t>subpalabras</a:t>
            </a:r>
            <a:r>
              <a:rPr lang="es-ES" b="0" i="0">
                <a:solidFill>
                  <a:srgbClr val="242424"/>
                </a:solidFill>
                <a:effectLst/>
                <a:latin typeface="source-serif-pro"/>
              </a:rPr>
              <a:t> o caracteres.</a:t>
            </a:r>
          </a:p>
          <a:p>
            <a:pPr algn="l"/>
            <a:r>
              <a:rPr lang="es-ES" b="1" i="0">
                <a:solidFill>
                  <a:srgbClr val="242424"/>
                </a:solidFill>
                <a:effectLst/>
                <a:latin typeface="source-serif-pro"/>
              </a:rPr>
              <a:t>Tipos</a:t>
            </a:r>
            <a:r>
              <a:rPr lang="es-ES" b="0" i="0">
                <a:solidFill>
                  <a:srgbClr val="242424"/>
                </a:solidFill>
                <a:effectLst/>
                <a:latin typeface="source-serif-pro"/>
              </a:rPr>
              <a:t>:</a:t>
            </a:r>
          </a:p>
          <a:p>
            <a:pPr algn="l">
              <a:buFont typeface="Arial" panose="020B0604020202020204" pitchFamily="34" charset="0"/>
              <a:buChar char="•"/>
            </a:pPr>
            <a:r>
              <a:rPr lang="es-ES" b="1" i="0" err="1">
                <a:solidFill>
                  <a:srgbClr val="242424"/>
                </a:solidFill>
                <a:effectLst/>
                <a:latin typeface="source-serif-pro"/>
              </a:rPr>
              <a:t>Tokenización</a:t>
            </a:r>
            <a:r>
              <a:rPr lang="es-ES" b="1" i="0">
                <a:solidFill>
                  <a:srgbClr val="242424"/>
                </a:solidFill>
                <a:effectLst/>
                <a:latin typeface="source-serif-pro"/>
              </a:rPr>
              <a:t> de palabras</a:t>
            </a:r>
            <a:r>
              <a:rPr lang="es-ES" b="0" i="0">
                <a:solidFill>
                  <a:srgbClr val="242424"/>
                </a:solidFill>
                <a:effectLst/>
                <a:latin typeface="source-serif-pro"/>
              </a:rPr>
              <a:t>: dividir el texto en palabras individuales.</a:t>
            </a:r>
          </a:p>
          <a:p>
            <a:pPr algn="l">
              <a:buFont typeface="Arial" panose="020B0604020202020204" pitchFamily="34" charset="0"/>
              <a:buChar char="•"/>
            </a:pPr>
            <a:r>
              <a:rPr lang="es-ES" b="1" i="0" err="1">
                <a:solidFill>
                  <a:srgbClr val="242424"/>
                </a:solidFill>
                <a:effectLst/>
                <a:latin typeface="source-serif-pro"/>
              </a:rPr>
              <a:t>Tokenización</a:t>
            </a:r>
            <a:r>
              <a:rPr lang="es-ES" b="1" i="0">
                <a:solidFill>
                  <a:srgbClr val="242424"/>
                </a:solidFill>
                <a:effectLst/>
                <a:latin typeface="source-serif-pro"/>
              </a:rPr>
              <a:t> de oraciones</a:t>
            </a:r>
            <a:r>
              <a:rPr lang="es-ES" b="0" i="0">
                <a:solidFill>
                  <a:srgbClr val="242424"/>
                </a:solidFill>
                <a:effectLst/>
                <a:latin typeface="source-serif-pro"/>
              </a:rPr>
              <a:t>: dividir el texto en oraciones individuales. </a:t>
            </a:r>
          </a:p>
          <a:p>
            <a:pPr algn="l">
              <a:buFont typeface="Arial" panose="020B0604020202020204" pitchFamily="34" charset="0"/>
              <a:buChar char="•"/>
            </a:pPr>
            <a:r>
              <a:rPr lang="es-ES" b="1" i="0" err="1">
                <a:solidFill>
                  <a:srgbClr val="242424"/>
                </a:solidFill>
                <a:effectLst/>
                <a:latin typeface="source-serif-pro"/>
              </a:rPr>
              <a:t>Tokenización</a:t>
            </a:r>
            <a:r>
              <a:rPr lang="es-ES" b="1" i="0">
                <a:solidFill>
                  <a:srgbClr val="242424"/>
                </a:solidFill>
                <a:effectLst/>
                <a:latin typeface="source-serif-pro"/>
              </a:rPr>
              <a:t> de </a:t>
            </a:r>
            <a:r>
              <a:rPr lang="es-ES" b="1" i="0" err="1">
                <a:solidFill>
                  <a:srgbClr val="242424"/>
                </a:solidFill>
                <a:effectLst/>
                <a:latin typeface="source-serif-pro"/>
              </a:rPr>
              <a:t>subpalabras</a:t>
            </a:r>
            <a:r>
              <a:rPr lang="es-ES" b="0" i="0">
                <a:solidFill>
                  <a:srgbClr val="242424"/>
                </a:solidFill>
                <a:effectLst/>
                <a:latin typeface="source-serif-pro"/>
              </a:rPr>
              <a:t>: dividir las palabras en unidades más pequeñas como prefijos, sufijos o caracteres individuales.</a:t>
            </a:r>
          </a:p>
          <a:p>
            <a:pPr algn="l"/>
            <a:r>
              <a:rPr lang="es-ES" b="1" i="0">
                <a:solidFill>
                  <a:srgbClr val="242424"/>
                </a:solidFill>
                <a:effectLst/>
                <a:latin typeface="source-serif-pro"/>
              </a:rPr>
              <a:t>Importancia</a:t>
            </a:r>
            <a:r>
              <a:rPr lang="es-ES" b="0" i="0">
                <a:solidFill>
                  <a:srgbClr val="242424"/>
                </a:solidFill>
                <a:effectLst/>
                <a:latin typeface="source-serif-pro"/>
              </a:rPr>
              <a:t>: La </a:t>
            </a:r>
            <a:r>
              <a:rPr lang="es-ES" b="0" i="0" err="1">
                <a:solidFill>
                  <a:srgbClr val="242424"/>
                </a:solidFill>
                <a:effectLst/>
                <a:latin typeface="source-serif-pro"/>
              </a:rPr>
              <a:t>tokenización</a:t>
            </a:r>
            <a:r>
              <a:rPr lang="es-ES" b="0" i="0">
                <a:solidFill>
                  <a:srgbClr val="242424"/>
                </a:solidFill>
                <a:effectLst/>
                <a:latin typeface="source-serif-pro"/>
              </a:rPr>
              <a:t> es el primer paso en muchas canalizaciones de NLP y afecta a las etapas de procesamiento posteriores.</a:t>
            </a:r>
          </a:p>
        </p:txBody>
      </p:sp>
    </p:spTree>
    <p:extLst>
      <p:ext uri="{BB962C8B-B14F-4D97-AF65-F5344CB8AC3E}">
        <p14:creationId xmlns:p14="http://schemas.microsoft.com/office/powerpoint/2010/main" val="1879528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56226" y="1032477"/>
            <a:ext cx="10273774" cy="4801314"/>
          </a:xfrm>
          <a:prstGeom prst="rect">
            <a:avLst/>
          </a:prstGeom>
          <a:noFill/>
        </p:spPr>
        <p:txBody>
          <a:bodyPr wrap="square">
            <a:spAutoFit/>
          </a:bodyPr>
          <a:lstStyle/>
          <a:p>
            <a:pPr algn="l"/>
            <a:r>
              <a:rPr lang="es-ES" b="1" i="0">
                <a:solidFill>
                  <a:srgbClr val="242424"/>
                </a:solidFill>
                <a:effectLst/>
                <a:latin typeface="sohne"/>
              </a:rPr>
              <a:t>4.1.2 </a:t>
            </a:r>
            <a:r>
              <a:rPr lang="es-ES" b="1" i="0" err="1">
                <a:solidFill>
                  <a:srgbClr val="242424"/>
                </a:solidFill>
                <a:effectLst/>
                <a:latin typeface="sohne"/>
              </a:rPr>
              <a:t>Stemming</a:t>
            </a:r>
            <a:endParaRPr lang="es-ES" b="1" i="0">
              <a:solidFill>
                <a:srgbClr val="242424"/>
              </a:solidFill>
              <a:effectLst/>
              <a:latin typeface="sohne"/>
            </a:endParaRPr>
          </a:p>
          <a:p>
            <a:pPr algn="l"/>
            <a:r>
              <a:rPr lang="es-ES" b="1" i="0">
                <a:solidFill>
                  <a:srgbClr val="242424"/>
                </a:solidFill>
                <a:effectLst/>
                <a:latin typeface="source-serif-pro"/>
              </a:rPr>
              <a:t>Definición</a:t>
            </a:r>
            <a:r>
              <a:rPr lang="es-ES" b="0" i="0">
                <a:solidFill>
                  <a:srgbClr val="242424"/>
                </a:solidFill>
                <a:effectLst/>
                <a:latin typeface="source-serif-pro"/>
              </a:rPr>
              <a:t>: Proceso de reducir las palabras a su forma raíz mediante la eliminación de sufijos y prefijos.</a:t>
            </a:r>
          </a:p>
          <a:p>
            <a:pPr algn="l"/>
            <a:r>
              <a:rPr lang="es-ES" b="1" i="0">
                <a:solidFill>
                  <a:srgbClr val="242424"/>
                </a:solidFill>
                <a:effectLst/>
                <a:latin typeface="source-serif-pro"/>
              </a:rPr>
              <a:t>Ejemplo</a:t>
            </a:r>
            <a:r>
              <a:rPr lang="es-ES" b="0" i="0">
                <a:solidFill>
                  <a:srgbClr val="242424"/>
                </a:solidFill>
                <a:effectLst/>
                <a:latin typeface="source-serif-pro"/>
              </a:rPr>
              <a:t>: Las palabras "correr" y "corredor" se derivan de "correr".</a:t>
            </a:r>
          </a:p>
          <a:p>
            <a:pPr algn="l"/>
            <a:r>
              <a:rPr lang="es-ES" b="1" i="0">
                <a:solidFill>
                  <a:srgbClr val="242424"/>
                </a:solidFill>
                <a:effectLst/>
                <a:latin typeface="source-serif-pro"/>
              </a:rPr>
              <a:t>Diferencia con la lematización: La lematización</a:t>
            </a:r>
            <a:r>
              <a:rPr lang="es-ES" b="0" i="0">
                <a:solidFill>
                  <a:srgbClr val="242424"/>
                </a:solidFill>
                <a:effectLst/>
                <a:latin typeface="source-serif-pro"/>
              </a:rPr>
              <a:t> es una técnica más cruda en comparación con la lematización y no siempre puede producir palabras reales.</a:t>
            </a:r>
          </a:p>
          <a:p>
            <a:pPr algn="l"/>
            <a:endParaRPr lang="es-ES" b="1" i="0">
              <a:solidFill>
                <a:srgbClr val="242424"/>
              </a:solidFill>
              <a:effectLst/>
              <a:latin typeface="sohne"/>
            </a:endParaRPr>
          </a:p>
          <a:p>
            <a:pPr algn="l"/>
            <a:r>
              <a:rPr lang="es-ES" b="1" i="0">
                <a:solidFill>
                  <a:srgbClr val="242424"/>
                </a:solidFill>
                <a:effectLst/>
                <a:latin typeface="sohne"/>
              </a:rPr>
              <a:t>4.1.3 Lematización</a:t>
            </a:r>
          </a:p>
          <a:p>
            <a:pPr algn="l"/>
            <a:r>
              <a:rPr lang="es-ES" b="1" i="0">
                <a:solidFill>
                  <a:srgbClr val="242424"/>
                </a:solidFill>
                <a:effectLst/>
                <a:latin typeface="source-serif-pro"/>
              </a:rPr>
              <a:t>Definición</a:t>
            </a:r>
            <a:r>
              <a:rPr lang="es-ES" b="0" i="0">
                <a:solidFill>
                  <a:srgbClr val="242424"/>
                </a:solidFill>
                <a:effectLst/>
                <a:latin typeface="source-serif-pro"/>
              </a:rPr>
              <a:t>: El proceso de reducir una palabra a su forma base o de diccionario, llamado lema.</a:t>
            </a:r>
          </a:p>
          <a:p>
            <a:pPr algn="l"/>
            <a:r>
              <a:rPr lang="es-ES" b="1" i="0">
                <a:solidFill>
                  <a:srgbClr val="242424"/>
                </a:solidFill>
                <a:effectLst/>
                <a:latin typeface="source-serif-pro"/>
              </a:rPr>
              <a:t>Ejemplo</a:t>
            </a:r>
            <a:r>
              <a:rPr lang="es-ES" b="0" i="0">
                <a:solidFill>
                  <a:srgbClr val="242424"/>
                </a:solidFill>
                <a:effectLst/>
                <a:latin typeface="source-serif-pro"/>
              </a:rPr>
              <a:t>: Las palabras "correr" y "corrió" se lematizan como "correr".</a:t>
            </a:r>
          </a:p>
          <a:p>
            <a:pPr algn="l"/>
            <a:r>
              <a:rPr lang="es-ES" b="1" i="0">
                <a:solidFill>
                  <a:srgbClr val="242424"/>
                </a:solidFill>
                <a:effectLst/>
                <a:latin typeface="source-serif-pro"/>
              </a:rPr>
              <a:t>Importancia</a:t>
            </a:r>
            <a:r>
              <a:rPr lang="es-ES" b="0" i="0">
                <a:solidFill>
                  <a:srgbClr val="242424"/>
                </a:solidFill>
                <a:effectLst/>
                <a:latin typeface="source-serif-pro"/>
              </a:rPr>
              <a:t>: Ayuda a comprender el significado subyacente de las palabras al agrupar diferentes formas de una palabra.</a:t>
            </a:r>
          </a:p>
          <a:p>
            <a:pPr algn="l"/>
            <a:endParaRPr lang="es-ES" b="0" i="0">
              <a:solidFill>
                <a:srgbClr val="242424"/>
              </a:solidFill>
              <a:effectLst/>
              <a:latin typeface="source-serif-pro"/>
            </a:endParaRPr>
          </a:p>
          <a:p>
            <a:pPr algn="l"/>
            <a:r>
              <a:rPr lang="es-ES" b="0" i="0">
                <a:solidFill>
                  <a:srgbClr val="242424"/>
                </a:solidFill>
                <a:effectLst/>
                <a:latin typeface="source-serif-pro"/>
              </a:rPr>
              <a:t>- Los </a:t>
            </a:r>
            <a:r>
              <a:rPr lang="es-ES" b="0" i="0" err="1">
                <a:solidFill>
                  <a:srgbClr val="242424"/>
                </a:solidFill>
                <a:effectLst/>
                <a:latin typeface="source-serif-pro"/>
              </a:rPr>
              <a:t>stemers</a:t>
            </a:r>
            <a:r>
              <a:rPr lang="es-ES" b="0" i="0">
                <a:solidFill>
                  <a:srgbClr val="242424"/>
                </a:solidFill>
                <a:effectLst/>
                <a:latin typeface="source-serif-pro"/>
              </a:rPr>
              <a:t> son más rápidos y computacionalmente menos costosos que los </a:t>
            </a:r>
            <a:r>
              <a:rPr lang="es-ES" b="0" i="0" err="1">
                <a:solidFill>
                  <a:srgbClr val="242424"/>
                </a:solidFill>
                <a:effectLst/>
                <a:latin typeface="source-serif-pro"/>
              </a:rPr>
              <a:t>lematizadores</a:t>
            </a:r>
            <a:r>
              <a:rPr lang="es-ES" b="0" i="0">
                <a:solidFill>
                  <a:srgbClr val="242424"/>
                </a:solidFill>
                <a:effectLst/>
                <a:latin typeface="source-serif-pro"/>
              </a:rPr>
              <a:t>.</a:t>
            </a:r>
          </a:p>
          <a:p>
            <a:pPr marL="285750" indent="-285750" algn="l">
              <a:buFontTx/>
              <a:buChar char="-"/>
            </a:pPr>
            <a:r>
              <a:rPr lang="es-ES" b="0" i="0">
                <a:solidFill>
                  <a:srgbClr val="242424"/>
                </a:solidFill>
                <a:effectLst/>
                <a:latin typeface="source-serif-pro"/>
              </a:rPr>
              <a:t>La lematización consiste en agrupar las formas flexionadas de una misma palabra. De esta manera,     podemos llegar a la forma base de cualquier palabra que tenga sentido por naturaleza. La base de aquí se llama Lema.</a:t>
            </a:r>
          </a:p>
          <a:p>
            <a:pPr marL="285750" indent="-285750" algn="l">
              <a:buFontTx/>
              <a:buChar char="-"/>
            </a:pPr>
            <a:r>
              <a:rPr lang="es-ES" b="0" i="0">
                <a:solidFill>
                  <a:srgbClr val="242424"/>
                </a:solidFill>
                <a:effectLst/>
                <a:latin typeface="source-serif-pro"/>
              </a:rPr>
              <a:t>Los </a:t>
            </a:r>
            <a:r>
              <a:rPr lang="es-ES" b="0" i="0" err="1">
                <a:solidFill>
                  <a:srgbClr val="242424"/>
                </a:solidFill>
                <a:effectLst/>
                <a:latin typeface="source-serif-pro"/>
              </a:rPr>
              <a:t>lematizadores</a:t>
            </a:r>
            <a:r>
              <a:rPr lang="es-ES" b="0" i="0">
                <a:solidFill>
                  <a:srgbClr val="242424"/>
                </a:solidFill>
                <a:effectLst/>
                <a:latin typeface="source-serif-pro"/>
              </a:rPr>
              <a:t> son más lentos y computacionalmente más caros que los </a:t>
            </a:r>
            <a:r>
              <a:rPr lang="es-ES" b="0" i="0" err="1">
                <a:solidFill>
                  <a:srgbClr val="242424"/>
                </a:solidFill>
                <a:effectLst/>
                <a:latin typeface="source-serif-pro"/>
              </a:rPr>
              <a:t>stemmers</a:t>
            </a:r>
            <a:r>
              <a:rPr lang="es-ES" b="0" i="0">
                <a:solidFill>
                  <a:srgbClr val="242424"/>
                </a:solidFill>
                <a:effectLst/>
                <a:latin typeface="source-serif-pro"/>
              </a:rPr>
              <a:t>.</a:t>
            </a:r>
          </a:p>
        </p:txBody>
      </p:sp>
    </p:spTree>
    <p:extLst>
      <p:ext uri="{BB962C8B-B14F-4D97-AF65-F5344CB8AC3E}">
        <p14:creationId xmlns:p14="http://schemas.microsoft.com/office/powerpoint/2010/main" val="3729642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959113" y="772985"/>
            <a:ext cx="10273774" cy="3416320"/>
          </a:xfrm>
          <a:prstGeom prst="rect">
            <a:avLst/>
          </a:prstGeom>
          <a:noFill/>
        </p:spPr>
        <p:txBody>
          <a:bodyPr wrap="square">
            <a:spAutoFit/>
          </a:bodyPr>
          <a:lstStyle/>
          <a:p>
            <a:pPr algn="l"/>
            <a:r>
              <a:rPr lang="es-ES" b="1" i="0">
                <a:solidFill>
                  <a:srgbClr val="242424"/>
                </a:solidFill>
                <a:effectLst/>
                <a:latin typeface="source-serif-pro"/>
              </a:rPr>
              <a:t>4.1.4 Normalización</a:t>
            </a:r>
          </a:p>
          <a:p>
            <a:pPr algn="l"/>
            <a:r>
              <a:rPr lang="es-ES" b="0" i="0">
                <a:solidFill>
                  <a:srgbClr val="242424"/>
                </a:solidFill>
                <a:effectLst/>
                <a:latin typeface="source-serif-pro"/>
              </a:rPr>
              <a:t>La normalización en el procesamiento del lenguaje natural (PLN) se refiere al proceso de convertir el texto en una forma estándar. El propósito de la normalización es garantizar la coherencia en la forma en que se procesan los datos de texto, lo que permite a los modelos de NLP comprender e interpretar mejor el texto. Algunas técnicas comunes de normalización incluyen la conversión de texto a minúsculas, la lematización, la lematización y la eliminación de palabras vacías o signos de puntuación.</a:t>
            </a:r>
          </a:p>
          <a:p>
            <a:pPr algn="l"/>
            <a:endParaRPr lang="es-ES" b="0" i="0">
              <a:solidFill>
                <a:srgbClr val="242424"/>
              </a:solidFill>
              <a:effectLst/>
              <a:latin typeface="source-serif-pro"/>
            </a:endParaRPr>
          </a:p>
          <a:p>
            <a:pPr algn="l"/>
            <a:endParaRPr lang="es-ES">
              <a:solidFill>
                <a:srgbClr val="242424"/>
              </a:solidFill>
              <a:latin typeface="source-serif-pro"/>
            </a:endParaRPr>
          </a:p>
          <a:p>
            <a:pPr algn="l"/>
            <a:endParaRPr lang="es-ES" b="0" i="0">
              <a:solidFill>
                <a:srgbClr val="242424"/>
              </a:solidFill>
              <a:effectLst/>
              <a:latin typeface="source-serif-pro"/>
            </a:endParaRPr>
          </a:p>
          <a:p>
            <a:pPr marL="285750" indent="-285750" algn="l">
              <a:buFont typeface="Arial" panose="020B0604020202020204" pitchFamily="34" charset="0"/>
              <a:buChar char="•"/>
            </a:pPr>
            <a:r>
              <a:rPr lang="es-ES" b="1" i="0">
                <a:solidFill>
                  <a:srgbClr val="242424"/>
                </a:solidFill>
                <a:effectLst/>
                <a:latin typeface="source-serif-pro"/>
              </a:rPr>
              <a:t>Minúsculas</a:t>
            </a:r>
          </a:p>
          <a:p>
            <a:pPr marL="285750" indent="-285750" algn="l">
              <a:buFont typeface="Arial" panose="020B0604020202020204" pitchFamily="34" charset="0"/>
              <a:buChar char="•"/>
            </a:pPr>
            <a:r>
              <a:rPr lang="es-CO" b="1" i="0">
                <a:solidFill>
                  <a:srgbClr val="242424"/>
                </a:solidFill>
                <a:effectLst/>
                <a:latin typeface="source-serif-pro"/>
              </a:rPr>
              <a:t>Eliminación de la puntuación</a:t>
            </a:r>
            <a:endParaRPr lang="es-ES" b="1">
              <a:solidFill>
                <a:srgbClr val="242424"/>
              </a:solidFill>
              <a:latin typeface="source-serif-pro"/>
            </a:endParaRPr>
          </a:p>
          <a:p>
            <a:pPr marL="285750" indent="-285750" algn="l">
              <a:buFont typeface="Arial" panose="020B0604020202020204" pitchFamily="34" charset="0"/>
              <a:buChar char="•"/>
            </a:pPr>
            <a:r>
              <a:rPr lang="es-CO" b="1" i="0">
                <a:solidFill>
                  <a:srgbClr val="242424"/>
                </a:solidFill>
                <a:effectLst/>
                <a:latin typeface="source-serif-pro"/>
              </a:rPr>
              <a:t>Eliminación de palabras vacías</a:t>
            </a:r>
            <a:endParaRPr lang="es-ES" b="1" i="0">
              <a:solidFill>
                <a:srgbClr val="242424"/>
              </a:solidFill>
              <a:effectLst/>
              <a:latin typeface="source-serif-pro"/>
            </a:endParaRPr>
          </a:p>
        </p:txBody>
      </p:sp>
      <p:pic>
        <p:nvPicPr>
          <p:cNvPr id="8" name="Imagen 7">
            <a:extLst>
              <a:ext uri="{FF2B5EF4-FFF2-40B4-BE49-F238E27FC236}">
                <a16:creationId xmlns:a16="http://schemas.microsoft.com/office/drawing/2014/main" id="{CDCA362C-2A88-2B95-99F5-757C293E4414}"/>
              </a:ext>
            </a:extLst>
          </p:cNvPr>
          <p:cNvPicPr>
            <a:picLocks noChangeAspect="1"/>
          </p:cNvPicPr>
          <p:nvPr/>
        </p:nvPicPr>
        <p:blipFill>
          <a:blip r:embed="rId2"/>
          <a:stretch>
            <a:fillRect/>
          </a:stretch>
        </p:blipFill>
        <p:spPr>
          <a:xfrm>
            <a:off x="4949593" y="2729049"/>
            <a:ext cx="5847198" cy="3241666"/>
          </a:xfrm>
          <a:prstGeom prst="rect">
            <a:avLst/>
          </a:prstGeom>
        </p:spPr>
      </p:pic>
    </p:spTree>
    <p:extLst>
      <p:ext uri="{BB962C8B-B14F-4D97-AF65-F5344CB8AC3E}">
        <p14:creationId xmlns:p14="http://schemas.microsoft.com/office/powerpoint/2010/main" val="4184112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56226" y="1032477"/>
            <a:ext cx="10273774" cy="4801314"/>
          </a:xfrm>
          <a:prstGeom prst="rect">
            <a:avLst/>
          </a:prstGeom>
          <a:noFill/>
        </p:spPr>
        <p:txBody>
          <a:bodyPr wrap="square">
            <a:spAutoFit/>
          </a:bodyPr>
          <a:lstStyle/>
          <a:p>
            <a:pPr algn="l"/>
            <a:r>
              <a:rPr lang="es-ES" b="1" i="0">
                <a:solidFill>
                  <a:srgbClr val="242424"/>
                </a:solidFill>
                <a:effectLst/>
                <a:latin typeface="sohne"/>
              </a:rPr>
              <a:t>4.2 Extracción de características</a:t>
            </a:r>
          </a:p>
          <a:p>
            <a:pPr algn="l"/>
            <a:r>
              <a:rPr lang="es-ES" b="0" i="0">
                <a:solidFill>
                  <a:srgbClr val="242424"/>
                </a:solidFill>
                <a:effectLst/>
                <a:latin typeface="source-serif-pro"/>
              </a:rPr>
              <a:t>La mayoría de las técnicas convencionales de aprendizaje automático trabajan con las características (generalmente números que describen un documento en relación con el corpus que lo contiene) creadas por Bag-</a:t>
            </a:r>
            <a:r>
              <a:rPr lang="es-ES" b="0" i="0" err="1">
                <a:solidFill>
                  <a:srgbClr val="242424"/>
                </a:solidFill>
                <a:effectLst/>
                <a:latin typeface="source-serif-pro"/>
              </a:rPr>
              <a:t>of</a:t>
            </a:r>
            <a:r>
              <a:rPr lang="es-ES" b="0" i="0">
                <a:solidFill>
                  <a:srgbClr val="242424"/>
                </a:solidFill>
                <a:effectLst/>
                <a:latin typeface="source-serif-pro"/>
              </a:rPr>
              <a:t>-</a:t>
            </a:r>
            <a:r>
              <a:rPr lang="es-ES" b="0" i="0" err="1">
                <a:solidFill>
                  <a:srgbClr val="242424"/>
                </a:solidFill>
                <a:effectLst/>
                <a:latin typeface="source-serif-pro"/>
              </a:rPr>
              <a:t>Words</a:t>
            </a:r>
            <a:r>
              <a:rPr lang="es-ES" b="0" i="0">
                <a:solidFill>
                  <a:srgbClr val="242424"/>
                </a:solidFill>
                <a:effectLst/>
                <a:latin typeface="source-serif-pro"/>
              </a:rPr>
              <a:t>, TF-IDF o ingeniería de características genéricas, como la longitud del documento, la polaridad de las palabras y los metadatos (por ejemplo, si el texto tiene etiquetas o puntuaciones asociadas). Las técnicas más recientes incluyen Word2Vec, </a:t>
            </a:r>
            <a:r>
              <a:rPr lang="es-ES" b="0" i="0" err="1">
                <a:solidFill>
                  <a:srgbClr val="242424"/>
                </a:solidFill>
                <a:effectLst/>
                <a:latin typeface="source-serif-pro"/>
              </a:rPr>
              <a:t>GLoVE</a:t>
            </a:r>
            <a:r>
              <a:rPr lang="es-ES" b="0" i="0">
                <a:solidFill>
                  <a:srgbClr val="242424"/>
                </a:solidFill>
                <a:effectLst/>
                <a:latin typeface="source-serif-pro"/>
              </a:rPr>
              <a:t> y el aprendizaje de las características durante el proceso de entrenamiento de una red neuronal.</a:t>
            </a:r>
          </a:p>
          <a:p>
            <a:pPr algn="l"/>
            <a:endParaRPr lang="es-ES" b="0" i="0">
              <a:solidFill>
                <a:srgbClr val="242424"/>
              </a:solidFill>
              <a:effectLst/>
              <a:latin typeface="source-serif-pro"/>
            </a:endParaRPr>
          </a:p>
          <a:p>
            <a:pPr algn="l"/>
            <a:r>
              <a:rPr lang="es-ES" b="1" i="0">
                <a:solidFill>
                  <a:srgbClr val="242424"/>
                </a:solidFill>
                <a:effectLst/>
                <a:latin typeface="sohne"/>
              </a:rPr>
              <a:t>4.2.1 Bolsa de palabras (</a:t>
            </a:r>
            <a:r>
              <a:rPr lang="es-ES" b="1" i="0" err="1">
                <a:solidFill>
                  <a:srgbClr val="242424"/>
                </a:solidFill>
                <a:effectLst/>
                <a:latin typeface="sohne"/>
              </a:rPr>
              <a:t>BoW</a:t>
            </a:r>
            <a:r>
              <a:rPr lang="es-ES" b="1" i="0">
                <a:solidFill>
                  <a:srgbClr val="242424"/>
                </a:solidFill>
                <a:effectLst/>
                <a:latin typeface="sohne"/>
              </a:rPr>
              <a:t>)</a:t>
            </a:r>
          </a:p>
          <a:p>
            <a:pPr algn="l"/>
            <a:r>
              <a:rPr lang="es-ES" b="1" i="0">
                <a:solidFill>
                  <a:srgbClr val="242424"/>
                </a:solidFill>
                <a:effectLst/>
                <a:latin typeface="source-serif-pro"/>
              </a:rPr>
              <a:t>Definición</a:t>
            </a:r>
            <a:r>
              <a:rPr lang="es-ES" b="0" i="0">
                <a:solidFill>
                  <a:srgbClr val="242424"/>
                </a:solidFill>
                <a:effectLst/>
                <a:latin typeface="source-serif-pro"/>
              </a:rPr>
              <a:t>: Una representación de datos de texto en la que cada documento se representa como una bolsa (multiconjunto) de sus palabras, sin tener en cuenta la gramática y el orden de las palabras, pero manteniendo la multiplicidad.</a:t>
            </a:r>
          </a:p>
          <a:p>
            <a:pPr algn="l"/>
            <a:r>
              <a:rPr lang="es-ES" b="0" i="0">
                <a:solidFill>
                  <a:srgbClr val="242424"/>
                </a:solidFill>
                <a:effectLst/>
                <a:latin typeface="source-serif-pro"/>
              </a:rPr>
              <a:t>El modelo de bolsa de palabras es una técnica comúnmente utilizada en NLP donde cada palabra en el texto se representa como una característica y su frecuencia se usa como el valor de la característica.</a:t>
            </a:r>
          </a:p>
          <a:p>
            <a:pPr algn="l"/>
            <a:r>
              <a:rPr lang="es-ES" b="1" i="0">
                <a:solidFill>
                  <a:srgbClr val="242424"/>
                </a:solidFill>
                <a:effectLst/>
                <a:latin typeface="source-serif-pro"/>
              </a:rPr>
              <a:t>Importancia</a:t>
            </a:r>
            <a:r>
              <a:rPr lang="es-ES" b="0" i="0">
                <a:solidFill>
                  <a:srgbClr val="242424"/>
                </a:solidFill>
                <a:effectLst/>
                <a:latin typeface="source-serif-pro"/>
              </a:rPr>
              <a:t>: Simplifica el procesamiento de texto y se utiliza en diversas aplicaciones de PNL, como la clasificación de textos y la recuperación de información.</a:t>
            </a:r>
          </a:p>
          <a:p>
            <a:pPr algn="l"/>
            <a:endParaRPr lang="es-ES" b="0" i="0">
              <a:solidFill>
                <a:srgbClr val="242424"/>
              </a:solidFill>
              <a:effectLst/>
              <a:latin typeface="source-serif-pro"/>
            </a:endParaRPr>
          </a:p>
        </p:txBody>
      </p:sp>
    </p:spTree>
    <p:extLst>
      <p:ext uri="{BB962C8B-B14F-4D97-AF65-F5344CB8AC3E}">
        <p14:creationId xmlns:p14="http://schemas.microsoft.com/office/powerpoint/2010/main" val="92186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56226" y="1045177"/>
            <a:ext cx="10273774" cy="4585871"/>
          </a:xfrm>
          <a:prstGeom prst="rect">
            <a:avLst/>
          </a:prstGeom>
          <a:noFill/>
        </p:spPr>
        <p:txBody>
          <a:bodyPr wrap="square">
            <a:spAutoFit/>
          </a:bodyPr>
          <a:lstStyle/>
          <a:p>
            <a:pPr algn="l"/>
            <a:r>
              <a:rPr lang="es-ES" b="1" i="0">
                <a:solidFill>
                  <a:srgbClr val="242424"/>
                </a:solidFill>
                <a:effectLst/>
                <a:latin typeface="sohne"/>
              </a:rPr>
              <a:t>4.2.2 Frecuencia inversa del término (TF-IDF)</a:t>
            </a:r>
          </a:p>
          <a:p>
            <a:pPr algn="l"/>
            <a:r>
              <a:rPr lang="es-ES" b="1" i="0">
                <a:solidFill>
                  <a:srgbClr val="242424"/>
                </a:solidFill>
                <a:effectLst/>
                <a:latin typeface="source-serif-pro"/>
              </a:rPr>
              <a:t>Definición</a:t>
            </a:r>
            <a:r>
              <a:rPr lang="es-ES" b="0" i="0">
                <a:solidFill>
                  <a:srgbClr val="242424"/>
                </a:solidFill>
                <a:effectLst/>
                <a:latin typeface="source-serif-pro"/>
              </a:rPr>
              <a:t>: TF-IDF (</a:t>
            </a:r>
            <a:r>
              <a:rPr lang="es-ES" b="0" i="0" err="1">
                <a:solidFill>
                  <a:srgbClr val="242424"/>
                </a:solidFill>
                <a:effectLst/>
                <a:latin typeface="source-serif-pro"/>
              </a:rPr>
              <a:t>Term</a:t>
            </a:r>
            <a:r>
              <a:rPr lang="es-ES" b="0" i="0">
                <a:solidFill>
                  <a:srgbClr val="242424"/>
                </a:solidFill>
                <a:effectLst/>
                <a:latin typeface="source-serif-pro"/>
              </a:rPr>
              <a:t> </a:t>
            </a:r>
            <a:r>
              <a:rPr lang="es-ES" b="0" i="0" err="1">
                <a:solidFill>
                  <a:srgbClr val="242424"/>
                </a:solidFill>
                <a:effectLst/>
                <a:latin typeface="source-serif-pro"/>
              </a:rPr>
              <a:t>Frequency</a:t>
            </a:r>
            <a:r>
              <a:rPr lang="es-ES" b="0" i="0">
                <a:solidFill>
                  <a:srgbClr val="242424"/>
                </a:solidFill>
                <a:effectLst/>
                <a:latin typeface="source-serif-pro"/>
              </a:rPr>
              <a:t>-Inverse </a:t>
            </a:r>
            <a:r>
              <a:rPr lang="es-ES" b="0" i="0" err="1">
                <a:solidFill>
                  <a:srgbClr val="242424"/>
                </a:solidFill>
                <a:effectLst/>
                <a:latin typeface="source-serif-pro"/>
              </a:rPr>
              <a:t>Document</a:t>
            </a:r>
            <a:r>
              <a:rPr lang="es-ES" b="0" i="0">
                <a:solidFill>
                  <a:srgbClr val="242424"/>
                </a:solidFill>
                <a:effectLst/>
                <a:latin typeface="source-serif-pro"/>
              </a:rPr>
              <a:t> </a:t>
            </a:r>
            <a:r>
              <a:rPr lang="es-ES" b="0" i="0" err="1">
                <a:solidFill>
                  <a:srgbClr val="242424"/>
                </a:solidFill>
                <a:effectLst/>
                <a:latin typeface="source-serif-pro"/>
              </a:rPr>
              <a:t>Frequency</a:t>
            </a:r>
            <a:r>
              <a:rPr lang="es-ES" b="0" i="0">
                <a:solidFill>
                  <a:srgbClr val="242424"/>
                </a:solidFill>
                <a:effectLst/>
                <a:latin typeface="source-serif-pro"/>
              </a:rPr>
              <a:t>) es una estadística numérica utilizada para evaluar la importancia de una palabra en un documento en relación con una colección de documentos (o corpus). La idea básica es que si una palabra aparece con frecuencia en un documento pero no en muchos otros documentos, se le debe dar más importancia.</a:t>
            </a:r>
          </a:p>
          <a:p>
            <a:pPr algn="l"/>
            <a:r>
              <a:rPr lang="es-ES" b="0" i="0">
                <a:solidFill>
                  <a:srgbClr val="242424"/>
                </a:solidFill>
                <a:effectLst/>
                <a:latin typeface="source-serif-pro"/>
              </a:rPr>
              <a:t>La puntuación TF-IDF para un término </a:t>
            </a:r>
            <a:r>
              <a:rPr lang="es-ES" b="1" i="1">
                <a:solidFill>
                  <a:srgbClr val="242424"/>
                </a:solidFill>
                <a:effectLst/>
                <a:latin typeface="source-serif-pro"/>
              </a:rPr>
              <a:t>t</a:t>
            </a:r>
            <a:r>
              <a:rPr lang="es-ES" b="0" i="0">
                <a:solidFill>
                  <a:srgbClr val="242424"/>
                </a:solidFill>
                <a:effectLst/>
                <a:latin typeface="source-serif-pro"/>
              </a:rPr>
              <a:t> en un documento </a:t>
            </a:r>
            <a:r>
              <a:rPr lang="es-ES" b="1" i="1">
                <a:solidFill>
                  <a:srgbClr val="242424"/>
                </a:solidFill>
                <a:effectLst/>
                <a:latin typeface="source-serif-pro"/>
              </a:rPr>
              <a:t>d</a:t>
            </a:r>
            <a:r>
              <a:rPr lang="es-ES" b="0" i="0">
                <a:solidFill>
                  <a:srgbClr val="242424"/>
                </a:solidFill>
                <a:effectLst/>
                <a:latin typeface="source-serif-pro"/>
              </a:rPr>
              <a:t> dentro de un corpus </a:t>
            </a:r>
            <a:r>
              <a:rPr lang="es-ES" b="1" i="1">
                <a:solidFill>
                  <a:srgbClr val="242424"/>
                </a:solidFill>
                <a:effectLst/>
                <a:latin typeface="source-serif-pro"/>
              </a:rPr>
              <a:t>D</a:t>
            </a:r>
            <a:r>
              <a:rPr lang="es-ES" b="0" i="0">
                <a:solidFill>
                  <a:srgbClr val="242424"/>
                </a:solidFill>
                <a:effectLst/>
                <a:latin typeface="source-serif-pro"/>
              </a:rPr>
              <a:t> se calcula como el producto de dos métricas: </a:t>
            </a:r>
            <a:r>
              <a:rPr lang="es-ES" b="1" i="0">
                <a:solidFill>
                  <a:srgbClr val="242424"/>
                </a:solidFill>
                <a:effectLst/>
                <a:latin typeface="source-serif-pro"/>
              </a:rPr>
              <a:t>Frecuencia de Término (TF)</a:t>
            </a:r>
            <a:r>
              <a:rPr lang="es-ES" b="0" i="0">
                <a:solidFill>
                  <a:srgbClr val="242424"/>
                </a:solidFill>
                <a:effectLst/>
                <a:latin typeface="source-serif-pro"/>
              </a:rPr>
              <a:t> y </a:t>
            </a:r>
            <a:r>
              <a:rPr lang="es-ES" b="1" i="0">
                <a:solidFill>
                  <a:srgbClr val="242424"/>
                </a:solidFill>
                <a:effectLst/>
                <a:latin typeface="source-serif-pro"/>
              </a:rPr>
              <a:t>Frecuencia Inversa de Documentos (IDF).</a:t>
            </a:r>
          </a:p>
          <a:p>
            <a:pPr algn="l"/>
            <a:endParaRPr lang="es-ES" b="1">
              <a:solidFill>
                <a:srgbClr val="242424"/>
              </a:solidFill>
              <a:latin typeface="source-serif-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800" b="1" i="0" u="none" strike="noStrike" cap="none" normalizeH="0" baseline="0">
                <a:ln>
                  <a:noFill/>
                </a:ln>
                <a:solidFill>
                  <a:srgbClr val="242424"/>
                </a:solidFill>
                <a:effectLst/>
                <a:latin typeface="source-serif-pro"/>
              </a:rPr>
              <a:t>1. Frecuencia de términos (TF)</a:t>
            </a:r>
            <a:endParaRPr kumimoji="0" lang="es-CO" altLang="es-CO"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800" b="0" i="0" u="none" strike="noStrike" cap="none" normalizeH="0" baseline="0">
                <a:ln>
                  <a:noFill/>
                </a:ln>
                <a:solidFill>
                  <a:srgbClr val="242424"/>
                </a:solidFill>
                <a:effectLst/>
                <a:latin typeface="source-serif-pro"/>
              </a:rPr>
              <a:t>La frecuencia de los términos (TF) mide la frecuencia con la que un término aparece en un documento. A menudo se normaliza por el número total de términos en el documento para evitar el sesgo hacia documentos más largos.</a:t>
            </a:r>
            <a:endParaRPr kumimoji="0" lang="es-CO" altLang="es-CO"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000" b="0" i="0" u="none" strike="noStrike" cap="none" normalizeH="0" baseline="0">
                <a:ln>
                  <a:noFill/>
                </a:ln>
                <a:solidFill>
                  <a:schemeClr val="tx1"/>
                </a:solidFill>
                <a:effectLst/>
                <a:latin typeface="Arial" panose="020B0604020202020204" pitchFamily="34" charset="0"/>
              </a:rPr>
              <a:t>  </a:t>
            </a:r>
            <a:r>
              <a:rPr kumimoji="0" lang="es-CO" altLang="es-CO" sz="4000" b="0" i="0" u="none" strike="noStrike" cap="none" normalizeH="0" baseline="0">
                <a:ln>
                  <a:noFill/>
                </a:ln>
                <a:solidFill>
                  <a:schemeClr val="tx1"/>
                </a:solidFill>
                <a:effectLst/>
                <a:latin typeface="Arial" panose="020B0604020202020204" pitchFamily="34" charset="0"/>
              </a:rPr>
              <a:t>                                 </a:t>
            </a:r>
            <a:endParaRPr lang="es-ES" b="1">
              <a:solidFill>
                <a:srgbClr val="242424"/>
              </a:solidFill>
              <a:latin typeface="source-serif-pro"/>
            </a:endParaRPr>
          </a:p>
          <a:p>
            <a:pPr algn="l"/>
            <a:endParaRPr lang="es-ES" b="0" i="0">
              <a:solidFill>
                <a:srgbClr val="242424"/>
              </a:solidFill>
              <a:effectLst/>
              <a:latin typeface="source-serif-pro"/>
            </a:endParaRPr>
          </a:p>
          <a:p>
            <a:pPr algn="l"/>
            <a:endParaRPr lang="es-ES" b="0" i="0">
              <a:solidFill>
                <a:srgbClr val="242424"/>
              </a:solidFill>
              <a:effectLst/>
              <a:latin typeface="source-serif-pro"/>
            </a:endParaRPr>
          </a:p>
        </p:txBody>
      </p:sp>
      <p:sp>
        <p:nvSpPr>
          <p:cNvPr id="4" name="Rectangle 5">
            <a:extLst>
              <a:ext uri="{FF2B5EF4-FFF2-40B4-BE49-F238E27FC236}">
                <a16:creationId xmlns:a16="http://schemas.microsoft.com/office/drawing/2014/main" id="{4E3C794F-6D8E-62F8-6F13-5BC2948EFC1A}"/>
              </a:ext>
            </a:extLst>
          </p:cNvPr>
          <p:cNvSpPr>
            <a:spLocks noChangeArrowheads="1"/>
          </p:cNvSpPr>
          <p:nvPr/>
        </p:nvSpPr>
        <p:spPr bwMode="auto">
          <a:xfrm>
            <a:off x="0" y="566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pic>
        <p:nvPicPr>
          <p:cNvPr id="7174" name="Picture 6">
            <a:extLst>
              <a:ext uri="{FF2B5EF4-FFF2-40B4-BE49-F238E27FC236}">
                <a16:creationId xmlns:a16="http://schemas.microsoft.com/office/drawing/2014/main" id="{29EB85E0-F33A-B2F8-305F-1D79BDF822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1937" y="5069073"/>
            <a:ext cx="4048125" cy="561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0646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56226" y="1032477"/>
            <a:ext cx="10273774" cy="5078313"/>
          </a:xfrm>
          <a:prstGeom prst="rect">
            <a:avLst/>
          </a:prstGeom>
          <a:noFill/>
        </p:spPr>
        <p:txBody>
          <a:bodyPr wrap="square">
            <a:spAutoFit/>
          </a:bodyPr>
          <a:lstStyle/>
          <a:p>
            <a:pPr algn="l"/>
            <a:r>
              <a:rPr lang="es-ES" b="1" i="0">
                <a:solidFill>
                  <a:srgbClr val="242424"/>
                </a:solidFill>
                <a:effectLst/>
                <a:latin typeface="source-serif-pro"/>
              </a:rPr>
              <a:t>2. Frecuencia inversa de documentos (IDF)</a:t>
            </a:r>
            <a:endParaRPr lang="es-ES" b="0" i="0">
              <a:solidFill>
                <a:srgbClr val="242424"/>
              </a:solidFill>
              <a:effectLst/>
              <a:latin typeface="source-serif-pro"/>
            </a:endParaRPr>
          </a:p>
          <a:p>
            <a:pPr algn="l"/>
            <a:r>
              <a:rPr lang="es-ES" b="0" i="0">
                <a:solidFill>
                  <a:srgbClr val="242424"/>
                </a:solidFill>
                <a:effectLst/>
                <a:latin typeface="source-serif-pro"/>
              </a:rPr>
              <a:t>La frecuencia inversa de documentos (IDF, por sus siglas en inglés) mide la importancia de un término en todo el corpus. Disminuye el peso de los términos que aparecen en muchos documentos y aumenta el peso de los términos que aparecen en menos documentos.</a:t>
            </a:r>
          </a:p>
          <a:p>
            <a:pPr algn="l"/>
            <a:endParaRPr lang="es-ES" b="1">
              <a:solidFill>
                <a:srgbClr val="242424"/>
              </a:solidFill>
              <a:latin typeface="source-serif-pro"/>
            </a:endParaRPr>
          </a:p>
          <a:p>
            <a:pPr algn="l"/>
            <a:endParaRPr lang="es-ES" b="0" i="0">
              <a:solidFill>
                <a:srgbClr val="242424"/>
              </a:solidFill>
              <a:effectLst/>
              <a:latin typeface="source-serif-pro"/>
            </a:endParaRPr>
          </a:p>
          <a:p>
            <a:pPr algn="l"/>
            <a:endParaRPr lang="es-ES">
              <a:solidFill>
                <a:srgbClr val="242424"/>
              </a:solidFill>
              <a:latin typeface="source-serif-pro"/>
            </a:endParaRPr>
          </a:p>
          <a:p>
            <a:r>
              <a:rPr kumimoji="0" lang="es-CO" altLang="es-CO" sz="1800" b="0" i="0" u="none" strike="noStrike" cap="none" normalizeH="0" baseline="0">
                <a:ln>
                  <a:noFill/>
                </a:ln>
                <a:solidFill>
                  <a:srgbClr val="242424"/>
                </a:solidFill>
                <a:effectLst/>
                <a:latin typeface="source-serif-pro"/>
              </a:rPr>
              <a:t>El "+1" se añade al denominador para evitar la división por cero en caso de que el término no aparezca en ningún documento.</a:t>
            </a:r>
            <a:endParaRPr kumimoji="0" lang="es-CO" altLang="es-CO" sz="1200" b="0" i="0" u="none" strike="noStrike" cap="none" normalizeH="0" baseline="0">
              <a:ln>
                <a:noFill/>
              </a:ln>
              <a:solidFill>
                <a:schemeClr val="tx1"/>
              </a:solidFill>
              <a:effectLst/>
              <a:latin typeface="medium-content-sans-serif-font"/>
            </a:endParaRPr>
          </a:p>
          <a:p>
            <a:pPr algn="l"/>
            <a:endParaRPr lang="es-ES" b="0" i="0">
              <a:solidFill>
                <a:srgbClr val="242424"/>
              </a:solidFill>
              <a:effectLst/>
              <a:latin typeface="source-serif-pro"/>
            </a:endParaRPr>
          </a:p>
          <a:p>
            <a:pPr algn="l"/>
            <a:r>
              <a:rPr lang="es-ES" b="1" i="0">
                <a:solidFill>
                  <a:srgbClr val="242424"/>
                </a:solidFill>
                <a:effectLst/>
                <a:latin typeface="source-serif-pro"/>
              </a:rPr>
              <a:t>3. Combinación de TF y IDF: TF-IDF</a:t>
            </a:r>
            <a:endParaRPr lang="es-ES" b="0" i="0">
              <a:solidFill>
                <a:srgbClr val="242424"/>
              </a:solidFill>
              <a:effectLst/>
              <a:latin typeface="source-serif-pro"/>
            </a:endParaRPr>
          </a:p>
          <a:p>
            <a:pPr algn="l"/>
            <a:r>
              <a:rPr lang="es-ES" b="0" i="0">
                <a:solidFill>
                  <a:srgbClr val="242424"/>
                </a:solidFill>
                <a:effectLst/>
                <a:latin typeface="source-serif-pro"/>
              </a:rPr>
              <a:t>La puntuación TF-IDF se calcula multiplicando el valor de </a:t>
            </a:r>
            <a:r>
              <a:rPr lang="es-ES" b="1" i="0">
                <a:solidFill>
                  <a:srgbClr val="242424"/>
                </a:solidFill>
                <a:effectLst/>
                <a:latin typeface="source-serif-pro"/>
              </a:rPr>
              <a:t>TF</a:t>
            </a:r>
            <a:r>
              <a:rPr lang="es-ES" b="0" i="0">
                <a:solidFill>
                  <a:srgbClr val="242424"/>
                </a:solidFill>
                <a:effectLst/>
                <a:latin typeface="source-serif-pro"/>
              </a:rPr>
              <a:t> por el valor </a:t>
            </a:r>
            <a:r>
              <a:rPr lang="es-ES" b="1" i="0">
                <a:solidFill>
                  <a:srgbClr val="242424"/>
                </a:solidFill>
                <a:effectLst/>
                <a:latin typeface="source-serif-pro"/>
              </a:rPr>
              <a:t>IDF</a:t>
            </a:r>
            <a:r>
              <a:rPr lang="es-ES" b="0" i="0">
                <a:solidFill>
                  <a:srgbClr val="242424"/>
                </a:solidFill>
                <a:effectLst/>
                <a:latin typeface="source-serif-pro"/>
              </a:rPr>
              <a:t> para un término </a:t>
            </a:r>
            <a:r>
              <a:rPr lang="es-ES" b="1" i="1">
                <a:solidFill>
                  <a:srgbClr val="242424"/>
                </a:solidFill>
                <a:effectLst/>
                <a:latin typeface="source-serif-pro"/>
              </a:rPr>
              <a:t>t</a:t>
            </a:r>
            <a:r>
              <a:rPr lang="es-ES" b="0" i="0">
                <a:solidFill>
                  <a:srgbClr val="242424"/>
                </a:solidFill>
                <a:effectLst/>
                <a:latin typeface="source-serif-pro"/>
              </a:rPr>
              <a:t> en un documento </a:t>
            </a:r>
            <a:r>
              <a:rPr lang="es-ES" b="1" i="1">
                <a:solidFill>
                  <a:srgbClr val="242424"/>
                </a:solidFill>
                <a:effectLst/>
                <a:latin typeface="source-serif-pro"/>
              </a:rPr>
              <a:t>d</a:t>
            </a:r>
            <a:r>
              <a:rPr lang="es-ES" b="0" i="0">
                <a:solidFill>
                  <a:srgbClr val="242424"/>
                </a:solidFill>
                <a:effectLst/>
                <a:latin typeface="source-serif-pro"/>
              </a:rPr>
              <a:t>:</a:t>
            </a:r>
          </a:p>
          <a:p>
            <a:pPr algn="l"/>
            <a:endParaRPr lang="es-ES">
              <a:solidFill>
                <a:srgbClr val="242424"/>
              </a:solidFill>
              <a:latin typeface="source-serif-pro"/>
            </a:endParaRPr>
          </a:p>
          <a:p>
            <a:pPr algn="l"/>
            <a:endParaRPr lang="es-ES" b="0" i="0">
              <a:solidFill>
                <a:srgbClr val="242424"/>
              </a:solidFill>
              <a:effectLst/>
              <a:latin typeface="source-serif-pro"/>
            </a:endParaRPr>
          </a:p>
          <a:p>
            <a:pPr algn="l"/>
            <a:endParaRPr lang="es-ES" b="0" i="0">
              <a:solidFill>
                <a:srgbClr val="242424"/>
              </a:solidFill>
              <a:effectLst/>
              <a:latin typeface="source-serif-pro"/>
            </a:endParaRPr>
          </a:p>
          <a:p>
            <a:pPr algn="l"/>
            <a:r>
              <a:rPr lang="es-ES" b="1" i="0">
                <a:solidFill>
                  <a:srgbClr val="242424"/>
                </a:solidFill>
                <a:effectLst/>
                <a:latin typeface="source-serif-pro"/>
              </a:rPr>
              <a:t>Importancia</a:t>
            </a:r>
            <a:r>
              <a:rPr lang="es-ES" b="0" i="0">
                <a:solidFill>
                  <a:srgbClr val="242424"/>
                </a:solidFill>
                <a:effectLst/>
                <a:latin typeface="source-serif-pro"/>
              </a:rPr>
              <a:t>: Ayuda a identificar palabras importantes en documentos y se usa comúnmente en la recuperación de información y minería de texto.</a:t>
            </a:r>
            <a:endParaRPr lang="es-ES">
              <a:solidFill>
                <a:srgbClr val="242424"/>
              </a:solidFill>
              <a:latin typeface="source-serif-pro"/>
            </a:endParaRPr>
          </a:p>
        </p:txBody>
      </p:sp>
      <p:pic>
        <p:nvPicPr>
          <p:cNvPr id="8197" name="Picture 5">
            <a:extLst>
              <a:ext uri="{FF2B5EF4-FFF2-40B4-BE49-F238E27FC236}">
                <a16:creationId xmlns:a16="http://schemas.microsoft.com/office/drawing/2014/main" id="{8376ABFD-BA9D-BEAF-D2C4-48E270B4B7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0438" y="2345736"/>
            <a:ext cx="4638675" cy="5334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pic>
        <p:nvPicPr>
          <p:cNvPr id="8202" name="Picture 10">
            <a:extLst>
              <a:ext uri="{FF2B5EF4-FFF2-40B4-BE49-F238E27FC236}">
                <a16:creationId xmlns:a16="http://schemas.microsoft.com/office/drawing/2014/main" id="{82F2C946-C298-9299-62A1-C528F58C97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1025" y="4757866"/>
            <a:ext cx="4069950" cy="445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2939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06799" y="735914"/>
            <a:ext cx="10273774" cy="3139321"/>
          </a:xfrm>
          <a:prstGeom prst="rect">
            <a:avLst/>
          </a:prstGeom>
          <a:noFill/>
        </p:spPr>
        <p:txBody>
          <a:bodyPr wrap="square">
            <a:spAutoFit/>
          </a:bodyPr>
          <a:lstStyle/>
          <a:p>
            <a:pPr algn="l"/>
            <a:r>
              <a:rPr lang="es-ES" b="1" i="0">
                <a:solidFill>
                  <a:srgbClr val="242424"/>
                </a:solidFill>
                <a:effectLst/>
                <a:latin typeface="sohne"/>
              </a:rPr>
              <a:t>4.2.3 N-gramas</a:t>
            </a:r>
          </a:p>
          <a:p>
            <a:pPr algn="l"/>
            <a:r>
              <a:rPr lang="es-ES" b="1" i="0">
                <a:solidFill>
                  <a:srgbClr val="242424"/>
                </a:solidFill>
                <a:effectLst/>
                <a:latin typeface="source-serif-pro"/>
              </a:rPr>
              <a:t>Definición: Secuencias</a:t>
            </a:r>
            <a:r>
              <a:rPr lang="es-ES" b="0" i="0">
                <a:solidFill>
                  <a:srgbClr val="242424"/>
                </a:solidFill>
                <a:effectLst/>
                <a:latin typeface="source-serif-pro"/>
              </a:rPr>
              <a:t> contiguas de n elementos (generalmente palabras o caracteres) de un texto o discurso determinado.</a:t>
            </a:r>
          </a:p>
          <a:p>
            <a:pPr algn="l"/>
            <a:endParaRPr lang="es-ES" b="1" i="0">
              <a:solidFill>
                <a:srgbClr val="242424"/>
              </a:solidFill>
              <a:effectLst/>
              <a:latin typeface="source-serif-pro"/>
            </a:endParaRPr>
          </a:p>
          <a:p>
            <a:pPr algn="l"/>
            <a:r>
              <a:rPr lang="es-ES" b="1" i="0">
                <a:solidFill>
                  <a:srgbClr val="242424"/>
                </a:solidFill>
                <a:effectLst/>
                <a:latin typeface="source-serif-pro"/>
              </a:rPr>
              <a:t>Tipos</a:t>
            </a:r>
            <a:r>
              <a:rPr lang="es-ES" b="0" i="0">
                <a:solidFill>
                  <a:srgbClr val="242424"/>
                </a:solidFill>
                <a:effectLst/>
                <a:latin typeface="source-serif-pro"/>
              </a:rPr>
              <a:t>:</a:t>
            </a:r>
          </a:p>
          <a:p>
            <a:pPr algn="l">
              <a:buFont typeface="Arial" panose="020B0604020202020204" pitchFamily="34" charset="0"/>
              <a:buChar char="•"/>
            </a:pPr>
            <a:r>
              <a:rPr lang="es-ES" b="1" i="0" err="1">
                <a:solidFill>
                  <a:srgbClr val="242424"/>
                </a:solidFill>
                <a:effectLst/>
                <a:latin typeface="source-serif-pro"/>
              </a:rPr>
              <a:t>Unigrama</a:t>
            </a:r>
            <a:r>
              <a:rPr lang="es-ES" b="0" i="0">
                <a:solidFill>
                  <a:srgbClr val="242424"/>
                </a:solidFill>
                <a:effectLst/>
                <a:latin typeface="source-serif-pro"/>
              </a:rPr>
              <a:t>: Una sola palabra.</a:t>
            </a:r>
          </a:p>
          <a:p>
            <a:pPr algn="l">
              <a:buFont typeface="Arial" panose="020B0604020202020204" pitchFamily="34" charset="0"/>
              <a:buChar char="•"/>
            </a:pPr>
            <a:r>
              <a:rPr lang="es-ES" b="1" i="0" err="1">
                <a:solidFill>
                  <a:srgbClr val="242424"/>
                </a:solidFill>
                <a:effectLst/>
                <a:latin typeface="source-serif-pro"/>
              </a:rPr>
              <a:t>Bigrama</a:t>
            </a:r>
            <a:r>
              <a:rPr lang="es-ES" b="0" i="0">
                <a:solidFill>
                  <a:srgbClr val="242424"/>
                </a:solidFill>
                <a:effectLst/>
                <a:latin typeface="source-serif-pro"/>
              </a:rPr>
              <a:t>: Par de palabras.</a:t>
            </a:r>
          </a:p>
          <a:p>
            <a:pPr algn="l">
              <a:buFont typeface="Arial" panose="020B0604020202020204" pitchFamily="34" charset="0"/>
              <a:buChar char="•"/>
            </a:pPr>
            <a:r>
              <a:rPr lang="es-ES" b="1" i="0">
                <a:solidFill>
                  <a:srgbClr val="242424"/>
                </a:solidFill>
                <a:effectLst/>
                <a:latin typeface="source-serif-pro"/>
              </a:rPr>
              <a:t>Trigrama</a:t>
            </a:r>
            <a:r>
              <a:rPr lang="es-ES" b="0" i="0">
                <a:solidFill>
                  <a:srgbClr val="242424"/>
                </a:solidFill>
                <a:effectLst/>
                <a:latin typeface="source-serif-pro"/>
              </a:rPr>
              <a:t>: Secuencia de tres palabras.</a:t>
            </a:r>
          </a:p>
          <a:p>
            <a:pPr algn="l"/>
            <a:endParaRPr lang="es-ES" b="1" i="0">
              <a:solidFill>
                <a:srgbClr val="242424"/>
              </a:solidFill>
              <a:effectLst/>
              <a:latin typeface="source-serif-pro"/>
            </a:endParaRPr>
          </a:p>
          <a:p>
            <a:pPr algn="l"/>
            <a:r>
              <a:rPr lang="es-ES" b="1" i="0">
                <a:solidFill>
                  <a:srgbClr val="242424"/>
                </a:solidFill>
                <a:effectLst/>
                <a:latin typeface="source-serif-pro"/>
              </a:rPr>
              <a:t>Importancia</a:t>
            </a:r>
            <a:r>
              <a:rPr lang="es-ES" b="0" i="0">
                <a:solidFill>
                  <a:srgbClr val="242424"/>
                </a:solidFill>
                <a:effectLst/>
                <a:latin typeface="source-serif-pro"/>
              </a:rPr>
              <a:t>: Captura el contexto y las dependencias de palabras en el texto.</a:t>
            </a:r>
          </a:p>
          <a:p>
            <a:pPr algn="l"/>
            <a:endParaRPr lang="es-ES" b="0" i="0">
              <a:solidFill>
                <a:srgbClr val="242424"/>
              </a:solidFill>
              <a:effectLst/>
              <a:latin typeface="source-serif-pro"/>
            </a:endParaRPr>
          </a:p>
        </p:txBody>
      </p:sp>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pic>
        <p:nvPicPr>
          <p:cNvPr id="5" name="Imagen 4">
            <a:extLst>
              <a:ext uri="{FF2B5EF4-FFF2-40B4-BE49-F238E27FC236}">
                <a16:creationId xmlns:a16="http://schemas.microsoft.com/office/drawing/2014/main" id="{1D0DD133-C9BD-FC7C-C402-DBCDC1DE2C63}"/>
              </a:ext>
            </a:extLst>
          </p:cNvPr>
          <p:cNvPicPr>
            <a:picLocks noChangeAspect="1"/>
          </p:cNvPicPr>
          <p:nvPr/>
        </p:nvPicPr>
        <p:blipFill>
          <a:blip r:embed="rId2"/>
          <a:stretch>
            <a:fillRect/>
          </a:stretch>
        </p:blipFill>
        <p:spPr>
          <a:xfrm>
            <a:off x="2667694" y="3875235"/>
            <a:ext cx="6658904" cy="1886213"/>
          </a:xfrm>
          <a:prstGeom prst="rect">
            <a:avLst/>
          </a:prstGeom>
        </p:spPr>
      </p:pic>
    </p:spTree>
    <p:extLst>
      <p:ext uri="{BB962C8B-B14F-4D97-AF65-F5344CB8AC3E}">
        <p14:creationId xmlns:p14="http://schemas.microsoft.com/office/powerpoint/2010/main" val="1689780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06799" y="735914"/>
            <a:ext cx="10273774" cy="3416320"/>
          </a:xfrm>
          <a:prstGeom prst="rect">
            <a:avLst/>
          </a:prstGeom>
          <a:noFill/>
        </p:spPr>
        <p:txBody>
          <a:bodyPr wrap="square">
            <a:spAutoFit/>
          </a:bodyPr>
          <a:lstStyle/>
          <a:p>
            <a:pPr algn="l"/>
            <a:r>
              <a:rPr lang="es-ES" b="1" i="0">
                <a:solidFill>
                  <a:srgbClr val="242424"/>
                </a:solidFill>
                <a:effectLst/>
                <a:latin typeface="sohne"/>
              </a:rPr>
              <a:t>4.2.4 Incrustaciones de palabras (</a:t>
            </a:r>
            <a:r>
              <a:rPr lang="es-ES" b="1" i="0" err="1">
                <a:solidFill>
                  <a:srgbClr val="242424"/>
                </a:solidFill>
                <a:effectLst/>
                <a:latin typeface="sohne"/>
              </a:rPr>
              <a:t>Embeddings</a:t>
            </a:r>
            <a:r>
              <a:rPr lang="es-ES" b="1" i="0">
                <a:solidFill>
                  <a:srgbClr val="242424"/>
                </a:solidFill>
                <a:effectLst/>
                <a:latin typeface="sohne"/>
              </a:rPr>
              <a:t>)</a:t>
            </a:r>
          </a:p>
          <a:p>
            <a:pPr algn="l"/>
            <a:r>
              <a:rPr lang="es-ES" b="1" i="0">
                <a:solidFill>
                  <a:srgbClr val="242424"/>
                </a:solidFill>
                <a:effectLst/>
                <a:latin typeface="source-serif-pro"/>
              </a:rPr>
              <a:t>Definición</a:t>
            </a:r>
            <a:r>
              <a:rPr lang="es-ES" b="0" i="0">
                <a:solidFill>
                  <a:srgbClr val="242424"/>
                </a:solidFill>
                <a:effectLst/>
                <a:latin typeface="source-serif-pro"/>
              </a:rPr>
              <a:t>: Las incrustaciones de palabras son representaciones vectoriales densas de palabras que capturan sus significados, propiedades sintácticas y relaciones con otras palabras. A diferencia de los métodos tradicionales como Bag </a:t>
            </a:r>
            <a:r>
              <a:rPr lang="es-ES" b="0" i="0" err="1">
                <a:solidFill>
                  <a:srgbClr val="242424"/>
                </a:solidFill>
                <a:effectLst/>
                <a:latin typeface="source-serif-pro"/>
              </a:rPr>
              <a:t>of</a:t>
            </a:r>
            <a:r>
              <a:rPr lang="es-ES" b="0" i="0">
                <a:solidFill>
                  <a:srgbClr val="242424"/>
                </a:solidFill>
                <a:effectLst/>
                <a:latin typeface="source-serif-pro"/>
              </a:rPr>
              <a:t> </a:t>
            </a:r>
            <a:r>
              <a:rPr lang="es-ES" b="0" i="0" err="1">
                <a:solidFill>
                  <a:srgbClr val="242424"/>
                </a:solidFill>
                <a:effectLst/>
                <a:latin typeface="source-serif-pro"/>
              </a:rPr>
              <a:t>Words</a:t>
            </a:r>
            <a:r>
              <a:rPr lang="es-ES" b="0" i="0">
                <a:solidFill>
                  <a:srgbClr val="242424"/>
                </a:solidFill>
                <a:effectLst/>
                <a:latin typeface="source-serif-pro"/>
              </a:rPr>
              <a:t> o TF-IDF, que tratan las palabras como entidades discretas, las incrustaciones de palabras mapean palabras en un espacio vectorial continuo donde las palabras semánticamente similares se encuentran cerca unas de otras.</a:t>
            </a:r>
          </a:p>
          <a:p>
            <a:pPr algn="l"/>
            <a:endParaRPr lang="es-ES" b="1" i="0">
              <a:solidFill>
                <a:srgbClr val="242424"/>
              </a:solidFill>
              <a:effectLst/>
              <a:latin typeface="source-serif-pro"/>
            </a:endParaRPr>
          </a:p>
          <a:p>
            <a:pPr algn="l"/>
            <a:r>
              <a:rPr lang="es-ES" b="1" i="0">
                <a:solidFill>
                  <a:srgbClr val="242424"/>
                </a:solidFill>
                <a:effectLst/>
                <a:latin typeface="source-serif-pro"/>
              </a:rPr>
              <a:t>Ejemplos</a:t>
            </a:r>
            <a:r>
              <a:rPr lang="es-ES" b="0" i="0">
                <a:solidFill>
                  <a:srgbClr val="242424"/>
                </a:solidFill>
                <a:effectLst/>
                <a:latin typeface="source-serif-pro"/>
              </a:rPr>
              <a:t>: Word2Vec, </a:t>
            </a:r>
            <a:r>
              <a:rPr lang="es-ES" b="0" i="0" err="1">
                <a:solidFill>
                  <a:srgbClr val="242424"/>
                </a:solidFill>
                <a:effectLst/>
                <a:latin typeface="source-serif-pro"/>
              </a:rPr>
              <a:t>GloVe</a:t>
            </a:r>
            <a:r>
              <a:rPr lang="es-ES" b="0" i="0">
                <a:solidFill>
                  <a:srgbClr val="242424"/>
                </a:solidFill>
                <a:effectLst/>
                <a:latin typeface="source-serif-pro"/>
              </a:rPr>
              <a:t>, </a:t>
            </a:r>
            <a:r>
              <a:rPr lang="es-ES" b="0" i="0" err="1">
                <a:solidFill>
                  <a:srgbClr val="242424"/>
                </a:solidFill>
                <a:effectLst/>
                <a:latin typeface="source-serif-pro"/>
              </a:rPr>
              <a:t>FastText</a:t>
            </a:r>
            <a:r>
              <a:rPr lang="es-ES" b="0" i="0">
                <a:solidFill>
                  <a:srgbClr val="242424"/>
                </a:solidFill>
                <a:effectLst/>
                <a:latin typeface="source-serif-pro"/>
              </a:rPr>
              <a:t>.</a:t>
            </a:r>
          </a:p>
          <a:p>
            <a:pPr algn="l"/>
            <a:endParaRPr lang="es-ES" b="1" i="0">
              <a:solidFill>
                <a:srgbClr val="242424"/>
              </a:solidFill>
              <a:effectLst/>
              <a:latin typeface="source-serif-pro"/>
            </a:endParaRPr>
          </a:p>
          <a:p>
            <a:pPr algn="l"/>
            <a:r>
              <a:rPr lang="es-ES" b="1" i="0">
                <a:solidFill>
                  <a:srgbClr val="242424"/>
                </a:solidFill>
                <a:effectLst/>
                <a:latin typeface="source-serif-pro"/>
              </a:rPr>
              <a:t>Importancia</a:t>
            </a:r>
            <a:r>
              <a:rPr lang="es-ES" b="0" i="0">
                <a:solidFill>
                  <a:srgbClr val="242424"/>
                </a:solidFill>
                <a:effectLst/>
                <a:latin typeface="source-serif-pro"/>
              </a:rPr>
              <a:t>: Captura las relaciones semánticas entre las palabras y se utiliza en varios modelos y aplicaciones de PNL.</a:t>
            </a:r>
          </a:p>
          <a:p>
            <a:pPr algn="l"/>
            <a:r>
              <a:rPr lang="es-ES" b="1" i="0">
                <a:solidFill>
                  <a:srgbClr val="242424"/>
                </a:solidFill>
                <a:effectLst/>
                <a:latin typeface="sohne"/>
              </a:rPr>
              <a:t> </a:t>
            </a:r>
          </a:p>
        </p:txBody>
      </p:sp>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1428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06799" y="735914"/>
            <a:ext cx="10273774" cy="2862322"/>
          </a:xfrm>
          <a:prstGeom prst="rect">
            <a:avLst/>
          </a:prstGeom>
          <a:noFill/>
        </p:spPr>
        <p:txBody>
          <a:bodyPr wrap="square">
            <a:spAutoFit/>
          </a:bodyPr>
          <a:lstStyle/>
          <a:p>
            <a:pPr algn="l"/>
            <a:r>
              <a:rPr lang="es-ES" b="1" i="0">
                <a:solidFill>
                  <a:srgbClr val="242424"/>
                </a:solidFill>
                <a:effectLst/>
                <a:latin typeface="sohne"/>
              </a:rPr>
              <a:t>4.2.5 Incrustaciones de palabras contextuales</a:t>
            </a:r>
          </a:p>
          <a:p>
            <a:pPr algn="l"/>
            <a:r>
              <a:rPr lang="es-ES" b="1" i="0">
                <a:solidFill>
                  <a:srgbClr val="242424"/>
                </a:solidFill>
                <a:effectLst/>
                <a:latin typeface="source-serif-pro"/>
              </a:rPr>
              <a:t>Definición</a:t>
            </a:r>
            <a:r>
              <a:rPr lang="es-ES" b="0" i="0">
                <a:solidFill>
                  <a:srgbClr val="242424"/>
                </a:solidFill>
                <a:effectLst/>
                <a:latin typeface="source-serif-pro"/>
              </a:rPr>
              <a:t>: Las incrustaciones de palabras contextuales capturan el significado de una palabra en función de su contexto en una oración. A diferencia de las incrustaciones de palabras tradicionales (como Word2Vec), que proporcionan un único vector para cada palabra independientemente del contexto, las incrustaciones contextuales producen diferentes vectores para una palabra en función de las palabras circundantes. Estas incrustaciones se generan utilizando modelos como BERT (</a:t>
            </a:r>
            <a:r>
              <a:rPr lang="es-ES" b="0" i="0" err="1">
                <a:solidFill>
                  <a:srgbClr val="242424"/>
                </a:solidFill>
                <a:effectLst/>
                <a:latin typeface="source-serif-pro"/>
              </a:rPr>
              <a:t>Bidirectional</a:t>
            </a:r>
            <a:r>
              <a:rPr lang="es-ES" b="0" i="0">
                <a:solidFill>
                  <a:srgbClr val="242424"/>
                </a:solidFill>
                <a:effectLst/>
                <a:latin typeface="source-serif-pro"/>
              </a:rPr>
              <a:t> </a:t>
            </a:r>
            <a:r>
              <a:rPr lang="es-ES" b="0" i="0" err="1">
                <a:solidFill>
                  <a:srgbClr val="242424"/>
                </a:solidFill>
                <a:effectLst/>
                <a:latin typeface="source-serif-pro"/>
              </a:rPr>
              <a:t>Encoder</a:t>
            </a:r>
            <a:r>
              <a:rPr lang="es-ES" b="0" i="0">
                <a:solidFill>
                  <a:srgbClr val="242424"/>
                </a:solidFill>
                <a:effectLst/>
                <a:latin typeface="source-serif-pro"/>
              </a:rPr>
              <a:t> </a:t>
            </a:r>
            <a:r>
              <a:rPr lang="es-ES" b="0" i="0" err="1">
                <a:solidFill>
                  <a:srgbClr val="242424"/>
                </a:solidFill>
                <a:effectLst/>
                <a:latin typeface="source-serif-pro"/>
              </a:rPr>
              <a:t>Representations</a:t>
            </a:r>
            <a:r>
              <a:rPr lang="es-ES" b="0" i="0">
                <a:solidFill>
                  <a:srgbClr val="242424"/>
                </a:solidFill>
                <a:effectLst/>
                <a:latin typeface="source-serif-pro"/>
              </a:rPr>
              <a:t> </a:t>
            </a:r>
            <a:r>
              <a:rPr lang="es-ES" b="0" i="0" err="1">
                <a:solidFill>
                  <a:srgbClr val="242424"/>
                </a:solidFill>
                <a:effectLst/>
                <a:latin typeface="source-serif-pro"/>
              </a:rPr>
              <a:t>from</a:t>
            </a:r>
            <a:r>
              <a:rPr lang="es-ES" b="0" i="0">
                <a:solidFill>
                  <a:srgbClr val="242424"/>
                </a:solidFill>
                <a:effectLst/>
                <a:latin typeface="source-serif-pro"/>
              </a:rPr>
              <a:t> Transformers), que tienen en cuenta la frase completa al calcular las representaciones de palabras.</a:t>
            </a:r>
          </a:p>
          <a:p>
            <a:pPr algn="l"/>
            <a:endParaRPr lang="es-ES" b="1" i="0">
              <a:solidFill>
                <a:srgbClr val="242424"/>
              </a:solidFill>
              <a:effectLst/>
              <a:latin typeface="source-serif-pro"/>
            </a:endParaRPr>
          </a:p>
          <a:p>
            <a:pPr algn="l"/>
            <a:r>
              <a:rPr lang="es-ES" b="1" i="0">
                <a:solidFill>
                  <a:srgbClr val="242424"/>
                </a:solidFill>
                <a:effectLst/>
                <a:latin typeface="source-serif-pro"/>
              </a:rPr>
              <a:t>Ejemplos</a:t>
            </a:r>
            <a:r>
              <a:rPr lang="es-ES" b="0" i="0">
                <a:solidFill>
                  <a:srgbClr val="242424"/>
                </a:solidFill>
                <a:effectLst/>
                <a:latin typeface="source-serif-pro"/>
              </a:rPr>
              <a:t>: </a:t>
            </a:r>
            <a:r>
              <a:rPr lang="es-ES" b="0" i="0" err="1">
                <a:solidFill>
                  <a:srgbClr val="242424"/>
                </a:solidFill>
                <a:effectLst/>
                <a:latin typeface="source-serif-pro"/>
              </a:rPr>
              <a:t>ELMo</a:t>
            </a:r>
            <a:r>
              <a:rPr lang="es-ES" b="0" i="0">
                <a:solidFill>
                  <a:srgbClr val="242424"/>
                </a:solidFill>
                <a:effectLst/>
                <a:latin typeface="source-serif-pro"/>
              </a:rPr>
              <a:t>, BERT, GPT.</a:t>
            </a:r>
          </a:p>
          <a:p>
            <a:pPr algn="l"/>
            <a:r>
              <a:rPr lang="es-ES" b="1" i="0">
                <a:solidFill>
                  <a:srgbClr val="242424"/>
                </a:solidFill>
                <a:effectLst/>
                <a:latin typeface="source-serif-pro"/>
              </a:rPr>
              <a:t>Importancia</a:t>
            </a:r>
            <a:r>
              <a:rPr lang="es-ES" b="0" i="0">
                <a:solidFill>
                  <a:srgbClr val="242424"/>
                </a:solidFill>
                <a:effectLst/>
                <a:latin typeface="source-serif-pro"/>
              </a:rPr>
              <a:t>: Provee una representación mas </a:t>
            </a:r>
            <a:r>
              <a:rPr lang="es-ES">
                <a:solidFill>
                  <a:srgbClr val="242424"/>
                </a:solidFill>
                <a:latin typeface="source-serif-pro"/>
              </a:rPr>
              <a:t>precisa al considerar el contexto subyacente.</a:t>
            </a:r>
            <a:r>
              <a:rPr lang="es-ES" b="1" i="0">
                <a:solidFill>
                  <a:srgbClr val="242424"/>
                </a:solidFill>
                <a:effectLst/>
                <a:latin typeface="sohne"/>
              </a:rPr>
              <a:t> </a:t>
            </a:r>
          </a:p>
        </p:txBody>
      </p:sp>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09889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06799" y="607326"/>
            <a:ext cx="10273774" cy="5632311"/>
          </a:xfrm>
          <a:prstGeom prst="rect">
            <a:avLst/>
          </a:prstGeom>
          <a:noFill/>
        </p:spPr>
        <p:txBody>
          <a:bodyPr wrap="square">
            <a:spAutoFit/>
          </a:bodyPr>
          <a:lstStyle/>
          <a:p>
            <a:pPr algn="l"/>
            <a:r>
              <a:rPr lang="es-ES" b="1" i="0">
                <a:solidFill>
                  <a:srgbClr val="242424"/>
                </a:solidFill>
                <a:effectLst/>
                <a:latin typeface="sohne"/>
              </a:rPr>
              <a:t>4.3.3 Técnicas tradicionales de ML NLP:</a:t>
            </a:r>
          </a:p>
          <a:p>
            <a:pPr marL="285750" indent="-285750" algn="l">
              <a:buFont typeface="Arial" panose="020B0604020202020204" pitchFamily="34" charset="0"/>
              <a:buChar char="•"/>
            </a:pPr>
            <a:r>
              <a:rPr lang="es-ES" b="1" i="0">
                <a:solidFill>
                  <a:srgbClr val="242424"/>
                </a:solidFill>
                <a:effectLst/>
                <a:latin typeface="sohne"/>
              </a:rPr>
              <a:t>La regresión logística: </a:t>
            </a:r>
            <a:r>
              <a:rPr lang="es-ES" i="0">
                <a:solidFill>
                  <a:srgbClr val="242424"/>
                </a:solidFill>
                <a:effectLst/>
                <a:latin typeface="sohne"/>
              </a:rPr>
              <a:t>es un algoritmo de clasificación supervisado que tiene como objetivo predecir la probabilidad de que ocurra un evento en función de alguna entrada. En NLP, los modelos de regresión logística se pueden aplicar para resolver problemas como el análisis de sentimientos, la detección de spam y la clasificación de toxicidad.</a:t>
            </a:r>
          </a:p>
          <a:p>
            <a:pPr marL="285750" indent="-285750" algn="l">
              <a:buFont typeface="Arial" panose="020B0604020202020204" pitchFamily="34" charset="0"/>
              <a:buChar char="•"/>
            </a:pPr>
            <a:r>
              <a:rPr lang="es-ES" b="1" i="0" err="1">
                <a:solidFill>
                  <a:srgbClr val="242424"/>
                </a:solidFill>
                <a:effectLst/>
                <a:latin typeface="sohne"/>
              </a:rPr>
              <a:t>Naive</a:t>
            </a:r>
            <a:r>
              <a:rPr lang="es-ES" b="1" i="0">
                <a:solidFill>
                  <a:srgbClr val="242424"/>
                </a:solidFill>
                <a:effectLst/>
                <a:latin typeface="sohne"/>
              </a:rPr>
              <a:t> Bayes: </a:t>
            </a:r>
            <a:r>
              <a:rPr lang="es-ES" i="0">
                <a:solidFill>
                  <a:srgbClr val="242424"/>
                </a:solidFill>
                <a:effectLst/>
                <a:latin typeface="sohne"/>
              </a:rPr>
              <a:t>es un algoritmo de clasificación supervisado que encuentra la distribución de probabilidad condicional P(</a:t>
            </a:r>
            <a:r>
              <a:rPr lang="es-ES" i="0" err="1">
                <a:solidFill>
                  <a:srgbClr val="242424"/>
                </a:solidFill>
                <a:effectLst/>
                <a:latin typeface="sohne"/>
              </a:rPr>
              <a:t>label</a:t>
            </a:r>
            <a:r>
              <a:rPr lang="es-ES" i="0">
                <a:solidFill>
                  <a:srgbClr val="242424"/>
                </a:solidFill>
                <a:effectLst/>
                <a:latin typeface="sohne"/>
              </a:rPr>
              <a:t> | </a:t>
            </a:r>
            <a:r>
              <a:rPr lang="es-ES" i="0" err="1">
                <a:solidFill>
                  <a:srgbClr val="242424"/>
                </a:solidFill>
                <a:effectLst/>
                <a:latin typeface="sohne"/>
              </a:rPr>
              <a:t>text</a:t>
            </a:r>
            <a:r>
              <a:rPr lang="es-ES" i="0">
                <a:solidFill>
                  <a:srgbClr val="242424"/>
                </a:solidFill>
                <a:effectLst/>
                <a:latin typeface="sohne"/>
              </a:rPr>
              <a:t>) utilizando la siguiente fórmula de Bayes</a:t>
            </a:r>
            <a:r>
              <a:rPr lang="es-ES" b="1" i="0">
                <a:solidFill>
                  <a:srgbClr val="242424"/>
                </a:solidFill>
                <a:effectLst/>
                <a:latin typeface="sohne"/>
              </a:rPr>
              <a:t>:</a:t>
            </a:r>
          </a:p>
          <a:p>
            <a:pPr marL="285750" indent="-285750" algn="l">
              <a:buFont typeface="Arial" panose="020B0604020202020204" pitchFamily="34" charset="0"/>
              <a:buChar char="•"/>
            </a:pPr>
            <a:endParaRPr lang="es-ES" b="1" i="0">
              <a:solidFill>
                <a:srgbClr val="242424"/>
              </a:solidFill>
              <a:effectLst/>
              <a:latin typeface="sohne"/>
            </a:endParaRPr>
          </a:p>
          <a:p>
            <a:pPr algn="l"/>
            <a:endParaRPr lang="es-ES" b="1" i="0">
              <a:solidFill>
                <a:srgbClr val="242424"/>
              </a:solidFill>
              <a:effectLst/>
              <a:latin typeface="sohne"/>
            </a:endParaRPr>
          </a:p>
          <a:p>
            <a:pPr algn="l"/>
            <a:endParaRPr lang="es-ES" b="1">
              <a:solidFill>
                <a:srgbClr val="242424"/>
              </a:solidFill>
              <a:latin typeface="sohne"/>
            </a:endParaRPr>
          </a:p>
          <a:p>
            <a:pPr algn="l"/>
            <a:endParaRPr lang="es-ES" b="1" i="0">
              <a:solidFill>
                <a:srgbClr val="242424"/>
              </a:solidFill>
              <a:effectLst/>
              <a:latin typeface="sohne"/>
            </a:endParaRPr>
          </a:p>
          <a:p>
            <a:pPr algn="l"/>
            <a:r>
              <a:rPr lang="es-ES" i="0">
                <a:solidFill>
                  <a:srgbClr val="242424"/>
                </a:solidFill>
                <a:effectLst/>
                <a:latin typeface="sohne"/>
              </a:rPr>
              <a:t>y predice en función de qué distribución conjunta tiene la mayor probabilidad. La suposición ingenua en el modelo Bayes ingenuo es que las palabras individuales son independientes. Así:</a:t>
            </a:r>
          </a:p>
          <a:p>
            <a:pPr algn="l"/>
            <a:endParaRPr lang="es-ES" i="0">
              <a:solidFill>
                <a:srgbClr val="242424"/>
              </a:solidFill>
              <a:effectLst/>
              <a:latin typeface="sohne"/>
            </a:endParaRPr>
          </a:p>
          <a:p>
            <a:pPr algn="l"/>
            <a:r>
              <a:rPr lang="es-ES" i="0">
                <a:solidFill>
                  <a:srgbClr val="242424"/>
                </a:solidFill>
                <a:effectLst/>
                <a:latin typeface="sohne"/>
              </a:rPr>
              <a:t>En NLP, estos métodos estadísticos se pueden aplicar para resolver problemas como la detección de spam o la búsqueda de errores en el código de software.</a:t>
            </a:r>
          </a:p>
          <a:p>
            <a:pPr algn="l"/>
            <a:endParaRPr lang="es-ES" b="1">
              <a:solidFill>
                <a:srgbClr val="242424"/>
              </a:solidFill>
              <a:latin typeface="sohne"/>
            </a:endParaRPr>
          </a:p>
          <a:p>
            <a:pPr marL="285750" indent="-285750" algn="l">
              <a:buFont typeface="Arial" panose="020B0604020202020204" pitchFamily="34" charset="0"/>
              <a:buChar char="•"/>
            </a:pPr>
            <a:r>
              <a:rPr lang="es-ES" b="1" i="0">
                <a:solidFill>
                  <a:srgbClr val="242424"/>
                </a:solidFill>
                <a:effectLst/>
                <a:latin typeface="sohne"/>
              </a:rPr>
              <a:t>Los árboles de decisión </a:t>
            </a:r>
            <a:r>
              <a:rPr lang="es-ES" i="0">
                <a:solidFill>
                  <a:srgbClr val="242424"/>
                </a:solidFill>
                <a:effectLst/>
                <a:latin typeface="sohne"/>
              </a:rPr>
              <a:t>son una clase de modelos de clasificación supervisados que dividen el conjunto de datos en función de diferentes características para maximizar la ganancia de información en esas divisiones.</a:t>
            </a:r>
          </a:p>
        </p:txBody>
      </p:sp>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pic>
        <p:nvPicPr>
          <p:cNvPr id="9218" name="Picture 2">
            <a:extLst>
              <a:ext uri="{FF2B5EF4-FFF2-40B4-BE49-F238E27FC236}">
                <a16:creationId xmlns:a16="http://schemas.microsoft.com/office/drawing/2014/main" id="{8051FEF3-0CFB-B815-5684-2661DB440D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7100" y="3171825"/>
            <a:ext cx="5257800" cy="257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5530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06799" y="607326"/>
            <a:ext cx="10273774" cy="3693319"/>
          </a:xfrm>
          <a:prstGeom prst="rect">
            <a:avLst/>
          </a:prstGeom>
          <a:noFill/>
        </p:spPr>
        <p:txBody>
          <a:bodyPr wrap="square">
            <a:spAutoFit/>
          </a:bodyPr>
          <a:lstStyle/>
          <a:p>
            <a:pPr marL="285750" indent="-285750" algn="l">
              <a:buFont typeface="Arial" panose="020B0604020202020204" pitchFamily="34" charset="0"/>
              <a:buChar char="•"/>
            </a:pPr>
            <a:r>
              <a:rPr lang="es-ES" b="1" i="0">
                <a:solidFill>
                  <a:srgbClr val="242424"/>
                </a:solidFill>
                <a:effectLst/>
                <a:latin typeface="sohne"/>
              </a:rPr>
              <a:t>La asignación latente de Dirichlet (LDA) </a:t>
            </a:r>
            <a:r>
              <a:rPr lang="es-ES" i="0">
                <a:solidFill>
                  <a:srgbClr val="242424"/>
                </a:solidFill>
                <a:effectLst/>
                <a:latin typeface="sohne"/>
              </a:rPr>
              <a:t>se utiliza para el modelado de temas. LDA intenta ver un documento como una colección de temas y un tema como una colección de palabras. LDA es un enfoque estadístico. La intuición detrás de esto es que podemos describir cualquier tema usando solo un pequeño conjunto de palabras del corpus.</a:t>
            </a:r>
          </a:p>
          <a:p>
            <a:pPr marL="285750" indent="-285750" algn="l">
              <a:buFont typeface="Arial" panose="020B0604020202020204" pitchFamily="34" charset="0"/>
              <a:buChar char="•"/>
            </a:pPr>
            <a:endParaRPr lang="es-ES" i="0">
              <a:solidFill>
                <a:srgbClr val="242424"/>
              </a:solidFill>
              <a:effectLst/>
              <a:latin typeface="sohne"/>
            </a:endParaRPr>
          </a:p>
          <a:p>
            <a:pPr marL="285750" indent="-285750" algn="l">
              <a:buFont typeface="Arial" panose="020B0604020202020204" pitchFamily="34" charset="0"/>
              <a:buChar char="•"/>
            </a:pPr>
            <a:r>
              <a:rPr lang="es-ES" b="1" i="0">
                <a:solidFill>
                  <a:srgbClr val="242424"/>
                </a:solidFill>
                <a:effectLst/>
                <a:latin typeface="sohne"/>
              </a:rPr>
              <a:t>Modelos de </a:t>
            </a:r>
            <a:r>
              <a:rPr lang="es-ES" b="1" i="0" err="1">
                <a:solidFill>
                  <a:srgbClr val="242424"/>
                </a:solidFill>
                <a:effectLst/>
                <a:latin typeface="sohne"/>
              </a:rPr>
              <a:t>Markov</a:t>
            </a:r>
            <a:r>
              <a:rPr lang="es-ES" b="1" i="0">
                <a:solidFill>
                  <a:srgbClr val="242424"/>
                </a:solidFill>
                <a:effectLst/>
                <a:latin typeface="sohne"/>
              </a:rPr>
              <a:t> ocultos: </a:t>
            </a:r>
            <a:r>
              <a:rPr lang="es-ES" i="0">
                <a:solidFill>
                  <a:srgbClr val="242424"/>
                </a:solidFill>
                <a:effectLst/>
                <a:latin typeface="sohne"/>
              </a:rPr>
              <a:t>Los modelos de </a:t>
            </a:r>
            <a:r>
              <a:rPr lang="es-ES" i="0" err="1">
                <a:solidFill>
                  <a:srgbClr val="242424"/>
                </a:solidFill>
                <a:effectLst/>
                <a:latin typeface="sohne"/>
              </a:rPr>
              <a:t>Markov</a:t>
            </a:r>
            <a:r>
              <a:rPr lang="es-ES" i="0">
                <a:solidFill>
                  <a:srgbClr val="242424"/>
                </a:solidFill>
                <a:effectLst/>
                <a:latin typeface="sohne"/>
              </a:rPr>
              <a:t> son modelos probabilísticos que deciden el siguiente estado de un sistema en función del estado actual. Por ejemplo, en PNL, podríamos sugerir la siguiente palabra basándonos en la palabra anterior. Podemos modelar esto como un modelo de </a:t>
            </a:r>
            <a:r>
              <a:rPr lang="es-ES" i="0" err="1">
                <a:solidFill>
                  <a:srgbClr val="242424"/>
                </a:solidFill>
                <a:effectLst/>
                <a:latin typeface="sohne"/>
              </a:rPr>
              <a:t>Markov</a:t>
            </a:r>
            <a:r>
              <a:rPr lang="es-ES" i="0">
                <a:solidFill>
                  <a:srgbClr val="242424"/>
                </a:solidFill>
                <a:effectLst/>
                <a:latin typeface="sohne"/>
              </a:rPr>
              <a:t> donde podríamos encontrar las probabilidades de transición de ir de la palabra1 a la palabra2, es decir, P(palabra1|palabra2). Luego podemos usar un producto de estas probabilidades de transición para encontrar la probabilidad de una oración. El modelo oculto de </a:t>
            </a:r>
            <a:r>
              <a:rPr lang="es-ES" i="0" err="1">
                <a:solidFill>
                  <a:srgbClr val="242424"/>
                </a:solidFill>
                <a:effectLst/>
                <a:latin typeface="sohne"/>
              </a:rPr>
              <a:t>Markov</a:t>
            </a:r>
            <a:r>
              <a:rPr lang="es-ES" i="0">
                <a:solidFill>
                  <a:srgbClr val="242424"/>
                </a:solidFill>
                <a:effectLst/>
                <a:latin typeface="sohne"/>
              </a:rPr>
              <a:t> (HMM) es una técnica de modelado probabilístico que introduce un estado oculto en el modelo de </a:t>
            </a:r>
            <a:r>
              <a:rPr lang="es-ES" i="0" err="1">
                <a:solidFill>
                  <a:srgbClr val="242424"/>
                </a:solidFill>
                <a:effectLst/>
                <a:latin typeface="sohne"/>
              </a:rPr>
              <a:t>Markov</a:t>
            </a:r>
            <a:r>
              <a:rPr lang="es-ES" i="0">
                <a:solidFill>
                  <a:srgbClr val="242424"/>
                </a:solidFill>
                <a:effectLst/>
                <a:latin typeface="sohne"/>
              </a:rPr>
              <a:t>. Un estado oculto es una propiedad de los datos que no se observa directamente.</a:t>
            </a:r>
          </a:p>
        </p:txBody>
      </p:sp>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pic>
        <p:nvPicPr>
          <p:cNvPr id="10242" name="Picture 2">
            <a:extLst>
              <a:ext uri="{FF2B5EF4-FFF2-40B4-BE49-F238E27FC236}">
                <a16:creationId xmlns:a16="http://schemas.microsoft.com/office/drawing/2014/main" id="{DD7FC693-890D-9186-3A82-BD756A4D03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3106" y="4426680"/>
            <a:ext cx="3761160" cy="2116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3910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06799" y="607326"/>
            <a:ext cx="10273774" cy="1477328"/>
          </a:xfrm>
          <a:prstGeom prst="rect">
            <a:avLst/>
          </a:prstGeom>
          <a:noFill/>
        </p:spPr>
        <p:txBody>
          <a:bodyPr wrap="square">
            <a:spAutoFit/>
          </a:bodyPr>
          <a:lstStyle/>
          <a:p>
            <a:r>
              <a:rPr lang="en-US" b="1" i="0">
                <a:solidFill>
                  <a:srgbClr val="242424"/>
                </a:solidFill>
                <a:effectLst/>
                <a:latin typeface="sohne"/>
              </a:rPr>
              <a:t>4.3.4 </a:t>
            </a:r>
            <a:r>
              <a:rPr lang="en-US" b="1" i="0" err="1">
                <a:solidFill>
                  <a:srgbClr val="242424"/>
                </a:solidFill>
                <a:effectLst/>
                <a:latin typeface="sohne"/>
              </a:rPr>
              <a:t>Técnicas</a:t>
            </a:r>
            <a:r>
              <a:rPr lang="en-US" b="1" i="0">
                <a:solidFill>
                  <a:srgbClr val="242424"/>
                </a:solidFill>
                <a:effectLst/>
                <a:latin typeface="sohne"/>
              </a:rPr>
              <a:t> de Deep Learning para NLP</a:t>
            </a:r>
          </a:p>
          <a:p>
            <a:endParaRPr lang="en-US" b="1">
              <a:solidFill>
                <a:srgbClr val="242424"/>
              </a:solidFill>
              <a:latin typeface="sohne"/>
            </a:endParaRPr>
          </a:p>
          <a:p>
            <a:r>
              <a:rPr lang="en-US" b="1" i="0">
                <a:solidFill>
                  <a:srgbClr val="242424"/>
                </a:solidFill>
                <a:effectLst/>
                <a:latin typeface="sohne"/>
              </a:rPr>
              <a:t>Convolutional Neural Network (CNN): </a:t>
            </a:r>
            <a:r>
              <a:rPr lang="en-US" i="0">
                <a:solidFill>
                  <a:srgbClr val="242424"/>
                </a:solidFill>
                <a:effectLst/>
                <a:latin typeface="sohne"/>
              </a:rPr>
              <a:t>la idea central es </a:t>
            </a:r>
            <a:r>
              <a:rPr lang="en-US" i="0" err="1">
                <a:solidFill>
                  <a:srgbClr val="242424"/>
                </a:solidFill>
                <a:effectLst/>
                <a:latin typeface="sohne"/>
              </a:rPr>
              <a:t>ver</a:t>
            </a:r>
            <a:r>
              <a:rPr lang="en-US" i="0">
                <a:solidFill>
                  <a:srgbClr val="242424"/>
                </a:solidFill>
                <a:effectLst/>
                <a:latin typeface="sohne"/>
              </a:rPr>
              <a:t> </a:t>
            </a:r>
            <a:r>
              <a:rPr lang="en-US" i="0" err="1">
                <a:solidFill>
                  <a:srgbClr val="242424"/>
                </a:solidFill>
                <a:effectLst/>
                <a:latin typeface="sohne"/>
              </a:rPr>
              <a:t>el</a:t>
            </a:r>
            <a:r>
              <a:rPr lang="en-US" i="0">
                <a:solidFill>
                  <a:srgbClr val="242424"/>
                </a:solidFill>
                <a:effectLst/>
                <a:latin typeface="sohne"/>
              </a:rPr>
              <a:t> </a:t>
            </a:r>
            <a:r>
              <a:rPr lang="en-US" i="0" err="1">
                <a:solidFill>
                  <a:srgbClr val="242424"/>
                </a:solidFill>
                <a:effectLst/>
                <a:latin typeface="sohne"/>
              </a:rPr>
              <a:t>documento</a:t>
            </a:r>
            <a:r>
              <a:rPr lang="en-US" i="0">
                <a:solidFill>
                  <a:srgbClr val="242424"/>
                </a:solidFill>
                <a:effectLst/>
                <a:latin typeface="sohne"/>
              </a:rPr>
              <a:t> </a:t>
            </a:r>
            <a:r>
              <a:rPr lang="en-US" i="0" err="1">
                <a:solidFill>
                  <a:srgbClr val="242424"/>
                </a:solidFill>
                <a:effectLst/>
                <a:latin typeface="sohne"/>
              </a:rPr>
              <a:t>como</a:t>
            </a:r>
            <a:r>
              <a:rPr lang="en-US" i="0">
                <a:solidFill>
                  <a:srgbClr val="242424"/>
                </a:solidFill>
                <a:effectLst/>
                <a:latin typeface="sohne"/>
              </a:rPr>
              <a:t> </a:t>
            </a:r>
            <a:r>
              <a:rPr lang="en-US" i="0" err="1">
                <a:solidFill>
                  <a:srgbClr val="242424"/>
                </a:solidFill>
                <a:effectLst/>
                <a:latin typeface="sohne"/>
              </a:rPr>
              <a:t>una</a:t>
            </a:r>
            <a:r>
              <a:rPr lang="en-US" i="0">
                <a:solidFill>
                  <a:srgbClr val="242424"/>
                </a:solidFill>
                <a:effectLst/>
                <a:latin typeface="sohne"/>
              </a:rPr>
              <a:t> imagen, </a:t>
            </a:r>
            <a:r>
              <a:rPr lang="en-US" i="0" err="1">
                <a:solidFill>
                  <a:srgbClr val="242424"/>
                </a:solidFill>
                <a:effectLst/>
                <a:latin typeface="sohne"/>
              </a:rPr>
              <a:t>en</a:t>
            </a:r>
            <a:r>
              <a:rPr lang="en-US" i="0">
                <a:solidFill>
                  <a:srgbClr val="242424"/>
                </a:solidFill>
                <a:effectLst/>
                <a:latin typeface="sohne"/>
              </a:rPr>
              <a:t> </a:t>
            </a:r>
            <a:r>
              <a:rPr lang="en-US" i="0" err="1">
                <a:solidFill>
                  <a:srgbClr val="242424"/>
                </a:solidFill>
                <a:effectLst/>
                <a:latin typeface="sohne"/>
              </a:rPr>
              <a:t>lugar</a:t>
            </a:r>
            <a:r>
              <a:rPr lang="en-US" i="0">
                <a:solidFill>
                  <a:srgbClr val="242424"/>
                </a:solidFill>
                <a:effectLst/>
                <a:latin typeface="sohne"/>
              </a:rPr>
              <a:t> de pixels, </a:t>
            </a:r>
            <a:r>
              <a:rPr lang="en-US" i="0" err="1">
                <a:solidFill>
                  <a:srgbClr val="242424"/>
                </a:solidFill>
                <a:effectLst/>
                <a:latin typeface="sohne"/>
              </a:rPr>
              <a:t>los</a:t>
            </a:r>
            <a:r>
              <a:rPr lang="en-US" i="0">
                <a:solidFill>
                  <a:srgbClr val="242424"/>
                </a:solidFill>
                <a:effectLst/>
                <a:latin typeface="sohne"/>
              </a:rPr>
              <a:t> input son </a:t>
            </a:r>
            <a:r>
              <a:rPr lang="en-US" i="0" err="1">
                <a:solidFill>
                  <a:srgbClr val="242424"/>
                </a:solidFill>
                <a:effectLst/>
                <a:latin typeface="sohne"/>
              </a:rPr>
              <a:t>oraciones</a:t>
            </a:r>
            <a:r>
              <a:rPr lang="en-US" i="0">
                <a:solidFill>
                  <a:srgbClr val="242424"/>
                </a:solidFill>
                <a:effectLst/>
                <a:latin typeface="sohne"/>
              </a:rPr>
              <a:t> o </a:t>
            </a:r>
            <a:r>
              <a:rPr lang="en-US" i="0" err="1">
                <a:solidFill>
                  <a:srgbClr val="242424"/>
                </a:solidFill>
                <a:effectLst/>
                <a:latin typeface="sohne"/>
              </a:rPr>
              <a:t>documentos</a:t>
            </a:r>
            <a:r>
              <a:rPr lang="en-US" i="0">
                <a:solidFill>
                  <a:srgbClr val="242424"/>
                </a:solidFill>
                <a:effectLst/>
                <a:latin typeface="sohne"/>
              </a:rPr>
              <a:t> </a:t>
            </a:r>
            <a:r>
              <a:rPr lang="en-US" i="0" err="1">
                <a:solidFill>
                  <a:srgbClr val="242424"/>
                </a:solidFill>
                <a:effectLst/>
                <a:latin typeface="sohne"/>
              </a:rPr>
              <a:t>representados</a:t>
            </a:r>
            <a:r>
              <a:rPr lang="en-US" i="0">
                <a:solidFill>
                  <a:srgbClr val="242424"/>
                </a:solidFill>
                <a:effectLst/>
                <a:latin typeface="sohne"/>
              </a:rPr>
              <a:t> </a:t>
            </a:r>
            <a:r>
              <a:rPr lang="en-US" i="0" err="1">
                <a:solidFill>
                  <a:srgbClr val="242424"/>
                </a:solidFill>
                <a:effectLst/>
                <a:latin typeface="sohne"/>
              </a:rPr>
              <a:t>como</a:t>
            </a:r>
            <a:r>
              <a:rPr lang="en-US" i="0">
                <a:solidFill>
                  <a:srgbClr val="242424"/>
                </a:solidFill>
                <a:effectLst/>
                <a:latin typeface="sohne"/>
              </a:rPr>
              <a:t> </a:t>
            </a:r>
            <a:r>
              <a:rPr lang="en-US" i="0" err="1">
                <a:solidFill>
                  <a:srgbClr val="242424"/>
                </a:solidFill>
                <a:effectLst/>
                <a:latin typeface="sohne"/>
              </a:rPr>
              <a:t>una</a:t>
            </a:r>
            <a:r>
              <a:rPr lang="en-US" i="0">
                <a:solidFill>
                  <a:srgbClr val="242424"/>
                </a:solidFill>
                <a:effectLst/>
                <a:latin typeface="sohne"/>
              </a:rPr>
              <a:t> </a:t>
            </a:r>
            <a:r>
              <a:rPr lang="en-US" i="0" err="1">
                <a:solidFill>
                  <a:srgbClr val="242424"/>
                </a:solidFill>
                <a:effectLst/>
                <a:latin typeface="sohne"/>
              </a:rPr>
              <a:t>matri</a:t>
            </a:r>
            <a:r>
              <a:rPr lang="en-US" err="1">
                <a:solidFill>
                  <a:srgbClr val="242424"/>
                </a:solidFill>
                <a:latin typeface="sohne"/>
              </a:rPr>
              <a:t>z</a:t>
            </a:r>
            <a:r>
              <a:rPr lang="en-US">
                <a:solidFill>
                  <a:srgbClr val="242424"/>
                </a:solidFill>
                <a:latin typeface="sohne"/>
              </a:rPr>
              <a:t> de palabras.</a:t>
            </a:r>
            <a:endParaRPr lang="en-US" b="1" i="0">
              <a:solidFill>
                <a:srgbClr val="242424"/>
              </a:solidFill>
              <a:effectLst/>
              <a:latin typeface="sohne"/>
            </a:endParaRPr>
          </a:p>
          <a:p>
            <a:pPr algn="l"/>
            <a:endParaRPr lang="es-ES" i="0">
              <a:solidFill>
                <a:srgbClr val="242424"/>
              </a:solidFill>
              <a:effectLst/>
              <a:latin typeface="sohne"/>
            </a:endParaRPr>
          </a:p>
        </p:txBody>
      </p:sp>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pic>
        <p:nvPicPr>
          <p:cNvPr id="11266" name="Picture 2">
            <a:extLst>
              <a:ext uri="{FF2B5EF4-FFF2-40B4-BE49-F238E27FC236}">
                <a16:creationId xmlns:a16="http://schemas.microsoft.com/office/drawing/2014/main" id="{6FF04536-6E57-1301-6154-B00870A287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1039" y="2306337"/>
            <a:ext cx="6667500" cy="3752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3525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06799" y="607326"/>
            <a:ext cx="10273774" cy="2308324"/>
          </a:xfrm>
          <a:prstGeom prst="rect">
            <a:avLst/>
          </a:prstGeom>
          <a:noFill/>
        </p:spPr>
        <p:txBody>
          <a:bodyPr wrap="square">
            <a:spAutoFit/>
          </a:bodyPr>
          <a:lstStyle/>
          <a:p>
            <a:r>
              <a:rPr lang="en-US" b="1" i="0">
                <a:solidFill>
                  <a:srgbClr val="242424"/>
                </a:solidFill>
                <a:effectLst/>
                <a:latin typeface="sohne"/>
              </a:rPr>
              <a:t>4.3.4 </a:t>
            </a:r>
            <a:r>
              <a:rPr lang="en-US" b="1" i="0" err="1">
                <a:solidFill>
                  <a:srgbClr val="242424"/>
                </a:solidFill>
                <a:effectLst/>
                <a:latin typeface="sohne"/>
              </a:rPr>
              <a:t>Técnicas</a:t>
            </a:r>
            <a:r>
              <a:rPr lang="en-US" b="1" i="0">
                <a:solidFill>
                  <a:srgbClr val="242424"/>
                </a:solidFill>
                <a:effectLst/>
                <a:latin typeface="sohne"/>
              </a:rPr>
              <a:t> de Deep Learning para NLP</a:t>
            </a:r>
          </a:p>
          <a:p>
            <a:endParaRPr lang="en-US" b="1">
              <a:solidFill>
                <a:srgbClr val="242424"/>
              </a:solidFill>
              <a:latin typeface="sohne"/>
            </a:endParaRPr>
          </a:p>
          <a:p>
            <a:r>
              <a:rPr lang="es-ES" b="1" i="0">
                <a:solidFill>
                  <a:srgbClr val="242424"/>
                </a:solidFill>
                <a:effectLst/>
                <a:latin typeface="sohne"/>
              </a:rPr>
              <a:t>Red neuronal recurrente (RNN):</a:t>
            </a:r>
            <a:r>
              <a:rPr lang="es-ES" i="0">
                <a:solidFill>
                  <a:srgbClr val="242424"/>
                </a:solidFill>
                <a:effectLst/>
                <a:latin typeface="sohne"/>
              </a:rPr>
              <a:t> Muchas técnicas para la clasificación de textos que utilizan palabras de proceso de aprendizaje profundo en estrecha proximidad mediante n-gramas o una ventana (CNN). Pueden ver "Nueva York" como una sola instancia. Sin embargo, no pueden capturar el contexto proporcionado por una secuencia de texto determinada. No aprenden la estructura secuencial de los datos, donde cada palabra depende de la palabra anterior o de una palabra de la oración anterior. Las RNN recuerdan la información anterior mediante estados ocultos y la conectan a la tarea actual.</a:t>
            </a:r>
          </a:p>
        </p:txBody>
      </p:sp>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pic>
        <p:nvPicPr>
          <p:cNvPr id="12290" name="Picture 2">
            <a:extLst>
              <a:ext uri="{FF2B5EF4-FFF2-40B4-BE49-F238E27FC236}">
                <a16:creationId xmlns:a16="http://schemas.microsoft.com/office/drawing/2014/main" id="{4B6A30AE-0208-9007-E63F-1E6DF65B6A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5753" y="2915650"/>
            <a:ext cx="6667500" cy="3752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83163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06799" y="607326"/>
            <a:ext cx="10273774" cy="2585323"/>
          </a:xfrm>
          <a:prstGeom prst="rect">
            <a:avLst/>
          </a:prstGeom>
          <a:noFill/>
        </p:spPr>
        <p:txBody>
          <a:bodyPr wrap="square">
            <a:spAutoFit/>
          </a:bodyPr>
          <a:lstStyle/>
          <a:p>
            <a:r>
              <a:rPr lang="en-US" b="1" i="0">
                <a:solidFill>
                  <a:srgbClr val="242424"/>
                </a:solidFill>
                <a:effectLst/>
                <a:latin typeface="sohne"/>
              </a:rPr>
              <a:t>4.3.4 </a:t>
            </a:r>
            <a:r>
              <a:rPr lang="en-US" b="1" i="0" err="1">
                <a:solidFill>
                  <a:srgbClr val="242424"/>
                </a:solidFill>
                <a:effectLst/>
                <a:latin typeface="sohne"/>
              </a:rPr>
              <a:t>Técnicas</a:t>
            </a:r>
            <a:r>
              <a:rPr lang="en-US" b="1" i="0">
                <a:solidFill>
                  <a:srgbClr val="242424"/>
                </a:solidFill>
                <a:effectLst/>
                <a:latin typeface="sohne"/>
              </a:rPr>
              <a:t> de Deep Learning para NLP</a:t>
            </a:r>
          </a:p>
          <a:p>
            <a:endParaRPr lang="en-US" b="1">
              <a:solidFill>
                <a:srgbClr val="242424"/>
              </a:solidFill>
              <a:latin typeface="sohne"/>
            </a:endParaRPr>
          </a:p>
          <a:p>
            <a:r>
              <a:rPr lang="es-ES" b="1" i="0">
                <a:solidFill>
                  <a:srgbClr val="242424"/>
                </a:solidFill>
                <a:effectLst/>
                <a:latin typeface="sohne"/>
              </a:rPr>
              <a:t>Autocodificadores: </a:t>
            </a:r>
            <a:r>
              <a:rPr lang="es-ES" i="0">
                <a:solidFill>
                  <a:srgbClr val="242424"/>
                </a:solidFill>
                <a:effectLst/>
                <a:latin typeface="sohne"/>
              </a:rPr>
              <a:t>Son codificadores-decodificadores de aprendizaje profundo que aproximan un mapeo de X a X, es decir, entrada = salida. Primero comprimen las entidades de entrada en una representación de dimensión inferior (a veces denominada código latente, vector latente o representación latente) y aprenden a reconstruir la entrada. El vector de representación se puede utilizar como entrada para un modelo independiente, por lo que esta técnica se puede utilizar para la reducción de la dimensionalidad. Entre los especialistas en muchos otros campos, los genetistas han aplicado autocodificadores para detectar mutaciones asociadas con enfermedades en secuencias de aminoácidos.</a:t>
            </a:r>
          </a:p>
        </p:txBody>
      </p:sp>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pic>
        <p:nvPicPr>
          <p:cNvPr id="6" name="Imagen 5">
            <a:extLst>
              <a:ext uri="{FF2B5EF4-FFF2-40B4-BE49-F238E27FC236}">
                <a16:creationId xmlns:a16="http://schemas.microsoft.com/office/drawing/2014/main" id="{AB1DB060-2B57-EC52-2BF9-55C040302086}"/>
              </a:ext>
            </a:extLst>
          </p:cNvPr>
          <p:cNvPicPr>
            <a:picLocks noChangeAspect="1"/>
          </p:cNvPicPr>
          <p:nvPr/>
        </p:nvPicPr>
        <p:blipFill>
          <a:blip r:embed="rId2"/>
          <a:stretch>
            <a:fillRect/>
          </a:stretch>
        </p:blipFill>
        <p:spPr>
          <a:xfrm>
            <a:off x="3012989" y="3192649"/>
            <a:ext cx="5960004" cy="3360780"/>
          </a:xfrm>
          <a:prstGeom prst="rect">
            <a:avLst/>
          </a:prstGeom>
        </p:spPr>
      </p:pic>
    </p:spTree>
    <p:extLst>
      <p:ext uri="{BB962C8B-B14F-4D97-AF65-F5344CB8AC3E}">
        <p14:creationId xmlns:p14="http://schemas.microsoft.com/office/powerpoint/2010/main" val="1738491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06799" y="607326"/>
            <a:ext cx="10273774" cy="2031325"/>
          </a:xfrm>
          <a:prstGeom prst="rect">
            <a:avLst/>
          </a:prstGeom>
          <a:noFill/>
        </p:spPr>
        <p:txBody>
          <a:bodyPr wrap="square">
            <a:spAutoFit/>
          </a:bodyPr>
          <a:lstStyle/>
          <a:p>
            <a:r>
              <a:rPr lang="en-US" b="1" i="0">
                <a:solidFill>
                  <a:srgbClr val="242424"/>
                </a:solidFill>
                <a:effectLst/>
                <a:latin typeface="sohne"/>
              </a:rPr>
              <a:t>4.3.4 </a:t>
            </a:r>
            <a:r>
              <a:rPr lang="en-US" b="1" i="0" err="1">
                <a:solidFill>
                  <a:srgbClr val="242424"/>
                </a:solidFill>
                <a:effectLst/>
                <a:latin typeface="sohne"/>
              </a:rPr>
              <a:t>Técnicas</a:t>
            </a:r>
            <a:r>
              <a:rPr lang="en-US" b="1" i="0">
                <a:solidFill>
                  <a:srgbClr val="242424"/>
                </a:solidFill>
                <a:effectLst/>
                <a:latin typeface="sohne"/>
              </a:rPr>
              <a:t> de Deep Learning para NLP</a:t>
            </a:r>
          </a:p>
          <a:p>
            <a:endParaRPr lang="en-US" b="1">
              <a:solidFill>
                <a:srgbClr val="242424"/>
              </a:solidFill>
              <a:latin typeface="sohne"/>
            </a:endParaRPr>
          </a:p>
          <a:p>
            <a:r>
              <a:rPr lang="es-ES" b="1" i="0">
                <a:solidFill>
                  <a:srgbClr val="242424"/>
                </a:solidFill>
                <a:effectLst/>
                <a:latin typeface="sohne"/>
              </a:rPr>
              <a:t>Secuencia-decodificador-</a:t>
            </a:r>
            <a:r>
              <a:rPr lang="es-ES" b="1" i="0" err="1">
                <a:solidFill>
                  <a:srgbClr val="242424"/>
                </a:solidFill>
                <a:effectLst/>
                <a:latin typeface="sohne"/>
              </a:rPr>
              <a:t>encoder</a:t>
            </a:r>
            <a:r>
              <a:rPr lang="es-ES" b="1" i="0">
                <a:solidFill>
                  <a:srgbClr val="242424"/>
                </a:solidFill>
                <a:effectLst/>
                <a:latin typeface="sohne"/>
              </a:rPr>
              <a:t>-</a:t>
            </a:r>
            <a:r>
              <a:rPr lang="es-ES" b="1" i="0" err="1">
                <a:solidFill>
                  <a:srgbClr val="242424"/>
                </a:solidFill>
                <a:effectLst/>
                <a:latin typeface="sohne"/>
              </a:rPr>
              <a:t>to</a:t>
            </a:r>
            <a:r>
              <a:rPr lang="es-ES" b="1" i="0">
                <a:solidFill>
                  <a:srgbClr val="242424"/>
                </a:solidFill>
                <a:effectLst/>
                <a:latin typeface="sohne"/>
              </a:rPr>
              <a:t>-secuencia: </a:t>
            </a:r>
            <a:r>
              <a:rPr lang="es-ES" i="0">
                <a:solidFill>
                  <a:srgbClr val="242424"/>
                </a:solidFill>
                <a:effectLst/>
                <a:latin typeface="sohne"/>
              </a:rPr>
              <a:t>La arquitectura seq2seq del codificador-decodificador es una adaptación a los autocodificadores especializados para la traducción, el resumen y tareas similares. El codificador encapsula la información de un texto en un vector codificado. A diferencia de un autocodificador, en lugar de reconstruir la entrada a partir del vector codificado, la tarea del decodificador es generar una salida deseada diferente, como una traducción o un resumen.</a:t>
            </a:r>
          </a:p>
        </p:txBody>
      </p:sp>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pic>
        <p:nvPicPr>
          <p:cNvPr id="14338" name="Picture 2">
            <a:extLst>
              <a:ext uri="{FF2B5EF4-FFF2-40B4-BE49-F238E27FC236}">
                <a16:creationId xmlns:a16="http://schemas.microsoft.com/office/drawing/2014/main" id="{0C918801-F1C8-F6F3-9B89-1960158A4E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2850035"/>
            <a:ext cx="6667500" cy="3752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3495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06799" y="607326"/>
            <a:ext cx="10273774" cy="2862322"/>
          </a:xfrm>
          <a:prstGeom prst="rect">
            <a:avLst/>
          </a:prstGeom>
          <a:noFill/>
        </p:spPr>
        <p:txBody>
          <a:bodyPr wrap="square">
            <a:spAutoFit/>
          </a:bodyPr>
          <a:lstStyle/>
          <a:p>
            <a:r>
              <a:rPr lang="en-US" b="1" i="0">
                <a:solidFill>
                  <a:srgbClr val="242424"/>
                </a:solidFill>
                <a:effectLst/>
                <a:latin typeface="sohne"/>
              </a:rPr>
              <a:t>4.3.4 </a:t>
            </a:r>
            <a:r>
              <a:rPr lang="en-US" b="1" i="0" err="1">
                <a:solidFill>
                  <a:srgbClr val="242424"/>
                </a:solidFill>
                <a:effectLst/>
                <a:latin typeface="sohne"/>
              </a:rPr>
              <a:t>Técnicas</a:t>
            </a:r>
            <a:r>
              <a:rPr lang="en-US" b="1" i="0">
                <a:solidFill>
                  <a:srgbClr val="242424"/>
                </a:solidFill>
                <a:effectLst/>
                <a:latin typeface="sohne"/>
              </a:rPr>
              <a:t> de Deep Learning para NLP</a:t>
            </a:r>
          </a:p>
          <a:p>
            <a:endParaRPr lang="en-US" b="1">
              <a:solidFill>
                <a:srgbClr val="242424"/>
              </a:solidFill>
              <a:latin typeface="sohne"/>
            </a:endParaRPr>
          </a:p>
          <a:p>
            <a:r>
              <a:rPr lang="es-ES" b="1" i="0">
                <a:solidFill>
                  <a:srgbClr val="242424"/>
                </a:solidFill>
                <a:effectLst/>
                <a:latin typeface="sohne"/>
              </a:rPr>
              <a:t>Transformers</a:t>
            </a:r>
            <a:r>
              <a:rPr lang="es-ES" i="0">
                <a:solidFill>
                  <a:srgbClr val="242424"/>
                </a:solidFill>
                <a:effectLst/>
                <a:latin typeface="sohne"/>
              </a:rPr>
              <a:t>: El transformador, una arquitectura modelo descrita por primera vez en el artículo de 2017 "</a:t>
            </a:r>
            <a:r>
              <a:rPr lang="es-ES" i="0" err="1">
                <a:solidFill>
                  <a:srgbClr val="242424"/>
                </a:solidFill>
                <a:effectLst/>
                <a:latin typeface="sohne"/>
              </a:rPr>
              <a:t>Attention</a:t>
            </a:r>
            <a:r>
              <a:rPr lang="es-ES" i="0">
                <a:solidFill>
                  <a:srgbClr val="242424"/>
                </a:solidFill>
                <a:effectLst/>
                <a:latin typeface="sohne"/>
              </a:rPr>
              <a:t> </a:t>
            </a:r>
            <a:r>
              <a:rPr lang="es-ES" i="0" err="1">
                <a:solidFill>
                  <a:srgbClr val="242424"/>
                </a:solidFill>
                <a:effectLst/>
                <a:latin typeface="sohne"/>
              </a:rPr>
              <a:t>Is</a:t>
            </a:r>
            <a:r>
              <a:rPr lang="es-ES" i="0">
                <a:solidFill>
                  <a:srgbClr val="242424"/>
                </a:solidFill>
                <a:effectLst/>
                <a:latin typeface="sohne"/>
              </a:rPr>
              <a:t> </a:t>
            </a:r>
            <a:r>
              <a:rPr lang="es-ES" i="0" err="1">
                <a:solidFill>
                  <a:srgbClr val="242424"/>
                </a:solidFill>
                <a:effectLst/>
                <a:latin typeface="sohne"/>
              </a:rPr>
              <a:t>All</a:t>
            </a:r>
            <a:r>
              <a:rPr lang="es-ES" i="0">
                <a:solidFill>
                  <a:srgbClr val="242424"/>
                </a:solidFill>
                <a:effectLst/>
                <a:latin typeface="sohne"/>
              </a:rPr>
              <a:t> </a:t>
            </a:r>
            <a:r>
              <a:rPr lang="es-ES" i="0" err="1">
                <a:solidFill>
                  <a:srgbClr val="242424"/>
                </a:solidFill>
                <a:effectLst/>
                <a:latin typeface="sohne"/>
              </a:rPr>
              <a:t>You</a:t>
            </a:r>
            <a:r>
              <a:rPr lang="es-ES" i="0">
                <a:solidFill>
                  <a:srgbClr val="242424"/>
                </a:solidFill>
                <a:effectLst/>
                <a:latin typeface="sohne"/>
              </a:rPr>
              <a:t> </a:t>
            </a:r>
            <a:r>
              <a:rPr lang="es-ES" i="0" err="1">
                <a:solidFill>
                  <a:srgbClr val="242424"/>
                </a:solidFill>
                <a:effectLst/>
                <a:latin typeface="sohne"/>
              </a:rPr>
              <a:t>Need</a:t>
            </a:r>
            <a:r>
              <a:rPr lang="es-ES" i="0">
                <a:solidFill>
                  <a:srgbClr val="242424"/>
                </a:solidFill>
                <a:effectLst/>
                <a:latin typeface="sohne"/>
              </a:rPr>
              <a:t>" (</a:t>
            </a:r>
            <a:r>
              <a:rPr lang="es-ES" i="0" err="1">
                <a:solidFill>
                  <a:srgbClr val="242424"/>
                </a:solidFill>
                <a:effectLst/>
                <a:latin typeface="sohne"/>
              </a:rPr>
              <a:t>Vaswani</a:t>
            </a:r>
            <a:r>
              <a:rPr lang="es-ES" i="0">
                <a:solidFill>
                  <a:srgbClr val="242424"/>
                </a:solidFill>
                <a:effectLst/>
                <a:latin typeface="sohne"/>
              </a:rPr>
              <a:t>, </a:t>
            </a:r>
            <a:r>
              <a:rPr lang="es-ES" i="0" err="1">
                <a:solidFill>
                  <a:srgbClr val="242424"/>
                </a:solidFill>
                <a:effectLst/>
                <a:latin typeface="sohne"/>
              </a:rPr>
              <a:t>Shazeer</a:t>
            </a:r>
            <a:r>
              <a:rPr lang="es-ES" i="0">
                <a:solidFill>
                  <a:srgbClr val="242424"/>
                </a:solidFill>
                <a:effectLst/>
                <a:latin typeface="sohne"/>
              </a:rPr>
              <a:t>, </a:t>
            </a:r>
            <a:r>
              <a:rPr lang="es-ES" i="0" err="1">
                <a:solidFill>
                  <a:srgbClr val="242424"/>
                </a:solidFill>
                <a:effectLst/>
                <a:latin typeface="sohne"/>
              </a:rPr>
              <a:t>Parmar</a:t>
            </a:r>
            <a:r>
              <a:rPr lang="es-ES" i="0">
                <a:solidFill>
                  <a:srgbClr val="242424"/>
                </a:solidFill>
                <a:effectLst/>
                <a:latin typeface="sohne"/>
              </a:rPr>
              <a:t>, et al.), renuncia a la recurrencia y, en cambio, se basa completamente en un mecanismo de autoatención para trazar dependencias globales entre la entrada y la salida. Dado que este mecanismo procesa todas las palabras a la vez (en lugar de una a la vez), disminuye la velocidad de entrenamiento y el costo de inferencia en comparación con las RNN, especialmente porque es </a:t>
            </a:r>
            <a:r>
              <a:rPr lang="es-ES" i="0" err="1">
                <a:solidFill>
                  <a:srgbClr val="242424"/>
                </a:solidFill>
                <a:effectLst/>
                <a:latin typeface="sohne"/>
              </a:rPr>
              <a:t>paralelizable</a:t>
            </a:r>
            <a:r>
              <a:rPr lang="es-ES" i="0">
                <a:solidFill>
                  <a:srgbClr val="242424"/>
                </a:solidFill>
                <a:effectLst/>
                <a:latin typeface="sohne"/>
              </a:rPr>
              <a:t>. La arquitectura de transformadores ha revolucionado el NLP en los últimos años, dando lugar a modelos como </a:t>
            </a:r>
            <a:r>
              <a:rPr lang="es-ES" b="1" i="0">
                <a:solidFill>
                  <a:srgbClr val="242424"/>
                </a:solidFill>
                <a:effectLst/>
                <a:latin typeface="sohne"/>
              </a:rPr>
              <a:t>BLOOM</a:t>
            </a:r>
            <a:r>
              <a:rPr lang="es-ES" i="0">
                <a:solidFill>
                  <a:srgbClr val="242424"/>
                </a:solidFill>
                <a:effectLst/>
                <a:latin typeface="sohne"/>
              </a:rPr>
              <a:t>, </a:t>
            </a:r>
            <a:r>
              <a:rPr lang="es-ES" b="1" i="0" err="1">
                <a:solidFill>
                  <a:srgbClr val="242424"/>
                </a:solidFill>
                <a:effectLst/>
                <a:latin typeface="sohne"/>
              </a:rPr>
              <a:t>Jurassic</a:t>
            </a:r>
            <a:r>
              <a:rPr lang="es-ES" b="1" i="0">
                <a:solidFill>
                  <a:srgbClr val="242424"/>
                </a:solidFill>
                <a:effectLst/>
                <a:latin typeface="sohne"/>
              </a:rPr>
              <a:t>-X</a:t>
            </a:r>
            <a:r>
              <a:rPr lang="es-ES" i="0">
                <a:solidFill>
                  <a:srgbClr val="242424"/>
                </a:solidFill>
                <a:effectLst/>
                <a:latin typeface="sohne"/>
              </a:rPr>
              <a:t> y </a:t>
            </a:r>
            <a:r>
              <a:rPr lang="es-ES" b="1" i="0">
                <a:solidFill>
                  <a:srgbClr val="242424"/>
                </a:solidFill>
                <a:effectLst/>
                <a:latin typeface="sohne"/>
              </a:rPr>
              <a:t>Turing-NLG</a:t>
            </a:r>
            <a:r>
              <a:rPr lang="es-ES" i="0">
                <a:solidFill>
                  <a:srgbClr val="242424"/>
                </a:solidFill>
                <a:effectLst/>
                <a:latin typeface="sohne"/>
              </a:rPr>
              <a:t>. También se ha aplicado con éxito a una variedad de diferentes tareas de visión, incluida la creación de imágenes en 3D.</a:t>
            </a:r>
            <a:endParaRPr lang="en-US" i="0">
              <a:solidFill>
                <a:srgbClr val="242424"/>
              </a:solidFill>
              <a:effectLst/>
              <a:latin typeface="sohne"/>
            </a:endParaRPr>
          </a:p>
        </p:txBody>
      </p:sp>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pic>
        <p:nvPicPr>
          <p:cNvPr id="15362" name="Picture 2">
            <a:extLst>
              <a:ext uri="{FF2B5EF4-FFF2-40B4-BE49-F238E27FC236}">
                <a16:creationId xmlns:a16="http://schemas.microsoft.com/office/drawing/2014/main" id="{343F0EB3-983C-1D6C-3CD6-F2F990578E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3107" y="3469648"/>
            <a:ext cx="5345785" cy="3008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1659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498058" y="276999"/>
            <a:ext cx="10273774" cy="369332"/>
          </a:xfrm>
          <a:prstGeom prst="rect">
            <a:avLst/>
          </a:prstGeom>
          <a:noFill/>
        </p:spPr>
        <p:txBody>
          <a:bodyPr wrap="square">
            <a:spAutoFit/>
          </a:bodyPr>
          <a:lstStyle/>
          <a:p>
            <a:r>
              <a:rPr lang="en-US" b="1" i="0" err="1">
                <a:solidFill>
                  <a:srgbClr val="242424"/>
                </a:solidFill>
                <a:effectLst/>
                <a:latin typeface="sohne"/>
              </a:rPr>
              <a:t>Arquitectura</a:t>
            </a:r>
            <a:r>
              <a:rPr lang="en-US" b="1" i="0">
                <a:solidFill>
                  <a:srgbClr val="242424"/>
                </a:solidFill>
                <a:effectLst/>
                <a:latin typeface="sohne"/>
              </a:rPr>
              <a:t> transformers</a:t>
            </a:r>
            <a:endParaRPr lang="en-US" i="0">
              <a:solidFill>
                <a:srgbClr val="242424"/>
              </a:solidFill>
              <a:effectLst/>
              <a:latin typeface="sohne"/>
            </a:endParaRPr>
          </a:p>
        </p:txBody>
      </p:sp>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43436531-BEF6-48B1-7C76-A6F3A6EDAF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059" y="621526"/>
            <a:ext cx="11195883" cy="5959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5984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06799" y="607326"/>
            <a:ext cx="10273774" cy="5078313"/>
          </a:xfrm>
          <a:prstGeom prst="rect">
            <a:avLst/>
          </a:prstGeom>
          <a:noFill/>
        </p:spPr>
        <p:txBody>
          <a:bodyPr wrap="square">
            <a:spAutoFit/>
          </a:bodyPr>
          <a:lstStyle/>
          <a:p>
            <a:r>
              <a:rPr lang="es-ES" b="1" i="0">
                <a:solidFill>
                  <a:srgbClr val="242424"/>
                </a:solidFill>
                <a:effectLst/>
                <a:latin typeface="sohne"/>
              </a:rPr>
              <a:t>Conceptos clave del modelo de transformador</a:t>
            </a:r>
          </a:p>
          <a:p>
            <a:endParaRPr lang="es-ES" i="0">
              <a:solidFill>
                <a:srgbClr val="242424"/>
              </a:solidFill>
              <a:effectLst/>
              <a:latin typeface="sohne"/>
            </a:endParaRPr>
          </a:p>
          <a:p>
            <a:pPr marL="285750" indent="-285750">
              <a:buFont typeface="Arial" panose="020B0604020202020204" pitchFamily="34" charset="0"/>
              <a:buChar char="•"/>
            </a:pPr>
            <a:r>
              <a:rPr lang="es-ES" b="1" i="0">
                <a:solidFill>
                  <a:srgbClr val="242424"/>
                </a:solidFill>
                <a:effectLst/>
                <a:latin typeface="sohne"/>
              </a:rPr>
              <a:t>Mecanismo de autoatención:</a:t>
            </a:r>
          </a:p>
          <a:p>
            <a:endParaRPr lang="es-ES" i="0">
              <a:solidFill>
                <a:srgbClr val="242424"/>
              </a:solidFill>
              <a:effectLst/>
              <a:latin typeface="sohne"/>
            </a:endParaRPr>
          </a:p>
          <a:p>
            <a:r>
              <a:rPr lang="es-ES" i="0">
                <a:solidFill>
                  <a:srgbClr val="242424"/>
                </a:solidFill>
                <a:effectLst/>
                <a:latin typeface="sohne"/>
              </a:rPr>
              <a:t>La autoatención permite que el modelo se centre en diferentes partes de la secuencia de entrada al generar cada parte de la salida. Calcula una suma ponderada de las entidades de entrada, con las ponderaciones determinadas por la relevancia de cada entidad para las demás.</a:t>
            </a:r>
          </a:p>
          <a:p>
            <a:pPr marL="285750" indent="-285750">
              <a:buFont typeface="Arial" panose="020B0604020202020204" pitchFamily="34" charset="0"/>
              <a:buChar char="•"/>
            </a:pPr>
            <a:endParaRPr lang="es-ES" b="1" i="0">
              <a:solidFill>
                <a:srgbClr val="242424"/>
              </a:solidFill>
              <a:effectLst/>
              <a:latin typeface="sohne"/>
            </a:endParaRPr>
          </a:p>
          <a:p>
            <a:pPr marL="285750" indent="-285750">
              <a:buFont typeface="Arial" panose="020B0604020202020204" pitchFamily="34" charset="0"/>
              <a:buChar char="•"/>
            </a:pPr>
            <a:r>
              <a:rPr lang="es-ES" b="1" i="0">
                <a:solidFill>
                  <a:srgbClr val="242424"/>
                </a:solidFill>
                <a:effectLst/>
                <a:latin typeface="sohne"/>
              </a:rPr>
              <a:t>Atención </a:t>
            </a:r>
            <a:r>
              <a:rPr lang="es-ES" b="1" i="0" err="1">
                <a:solidFill>
                  <a:srgbClr val="242424"/>
                </a:solidFill>
                <a:effectLst/>
                <a:latin typeface="sohne"/>
              </a:rPr>
              <a:t>multicabezal</a:t>
            </a:r>
            <a:r>
              <a:rPr lang="es-ES" b="1" i="0">
                <a:solidFill>
                  <a:srgbClr val="242424"/>
                </a:solidFill>
                <a:effectLst/>
                <a:latin typeface="sohne"/>
              </a:rPr>
              <a:t>:</a:t>
            </a:r>
          </a:p>
          <a:p>
            <a:endParaRPr lang="es-ES" i="0">
              <a:solidFill>
                <a:srgbClr val="242424"/>
              </a:solidFill>
              <a:effectLst/>
              <a:latin typeface="sohne"/>
            </a:endParaRPr>
          </a:p>
          <a:p>
            <a:r>
              <a:rPr lang="es-ES" i="0">
                <a:solidFill>
                  <a:srgbClr val="242424"/>
                </a:solidFill>
                <a:effectLst/>
                <a:latin typeface="sohne"/>
              </a:rPr>
              <a:t>El modelo calcula la atención varias veces con diferentes matrices de peso (cabezas) y luego concatena los resultados. Esto permite que el modelo capture diferentes aspectos de las relaciones entre las palabras.</a:t>
            </a:r>
          </a:p>
          <a:p>
            <a:endParaRPr lang="es-ES" i="0">
              <a:solidFill>
                <a:srgbClr val="242424"/>
              </a:solidFill>
              <a:effectLst/>
              <a:latin typeface="sohne"/>
            </a:endParaRPr>
          </a:p>
          <a:p>
            <a:pPr marL="285750" indent="-285750">
              <a:buFont typeface="Arial" panose="020B0604020202020204" pitchFamily="34" charset="0"/>
              <a:buChar char="•"/>
            </a:pPr>
            <a:r>
              <a:rPr lang="es-ES" b="1" i="0">
                <a:solidFill>
                  <a:srgbClr val="242424"/>
                </a:solidFill>
                <a:effectLst/>
                <a:latin typeface="sohne"/>
              </a:rPr>
              <a:t>Codificación posicional:</a:t>
            </a:r>
          </a:p>
          <a:p>
            <a:endParaRPr lang="es-ES" i="0">
              <a:solidFill>
                <a:srgbClr val="242424"/>
              </a:solidFill>
              <a:effectLst/>
              <a:latin typeface="sohne"/>
            </a:endParaRPr>
          </a:p>
          <a:p>
            <a:r>
              <a:rPr lang="es-ES" i="0">
                <a:solidFill>
                  <a:srgbClr val="242424"/>
                </a:solidFill>
                <a:effectLst/>
                <a:latin typeface="sohne"/>
              </a:rPr>
              <a:t>Dado que los transformadores no tienen un sentido de orden de palabras incorporado (a diferencia de las RNN), las codificaciones posicionales se agregan a las incrustaciones de entrada para proporcionar información sobre la posición de cada palabra en la secuencia.</a:t>
            </a:r>
            <a:endParaRPr lang="en-US" i="0">
              <a:solidFill>
                <a:srgbClr val="242424"/>
              </a:solidFill>
              <a:effectLst/>
              <a:latin typeface="sohne"/>
            </a:endParaRPr>
          </a:p>
        </p:txBody>
      </p:sp>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459367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06799" y="607326"/>
            <a:ext cx="10273774" cy="3970318"/>
          </a:xfrm>
          <a:prstGeom prst="rect">
            <a:avLst/>
          </a:prstGeom>
          <a:noFill/>
        </p:spPr>
        <p:txBody>
          <a:bodyPr wrap="square">
            <a:spAutoFit/>
          </a:bodyPr>
          <a:lstStyle/>
          <a:p>
            <a:r>
              <a:rPr lang="es-ES" b="1" i="0">
                <a:solidFill>
                  <a:srgbClr val="242424"/>
                </a:solidFill>
                <a:effectLst/>
                <a:latin typeface="sohne"/>
              </a:rPr>
              <a:t>Conceptos clave del modelo de transformador</a:t>
            </a:r>
          </a:p>
          <a:p>
            <a:endParaRPr lang="es-ES" b="1">
              <a:solidFill>
                <a:srgbClr val="242424"/>
              </a:solidFill>
              <a:latin typeface="sohne"/>
            </a:endParaRPr>
          </a:p>
          <a:p>
            <a:endParaRPr lang="es-ES" b="1">
              <a:solidFill>
                <a:srgbClr val="242424"/>
              </a:solidFill>
              <a:latin typeface="sohne"/>
            </a:endParaRPr>
          </a:p>
          <a:p>
            <a:pPr marL="285750" indent="-285750">
              <a:buFont typeface="Arial" panose="020B0604020202020204" pitchFamily="34" charset="0"/>
              <a:buChar char="•"/>
            </a:pPr>
            <a:r>
              <a:rPr lang="es-ES" b="1" i="0">
                <a:solidFill>
                  <a:srgbClr val="242424"/>
                </a:solidFill>
                <a:effectLst/>
                <a:latin typeface="sohne"/>
              </a:rPr>
              <a:t>Red Neuronal </a:t>
            </a:r>
            <a:r>
              <a:rPr lang="es-ES" b="1" i="0" err="1">
                <a:solidFill>
                  <a:srgbClr val="242424"/>
                </a:solidFill>
                <a:effectLst/>
                <a:latin typeface="sohne"/>
              </a:rPr>
              <a:t>Feedforward</a:t>
            </a:r>
            <a:r>
              <a:rPr lang="es-ES" b="1" i="0">
                <a:solidFill>
                  <a:srgbClr val="242424"/>
                </a:solidFill>
                <a:effectLst/>
                <a:latin typeface="sohne"/>
              </a:rPr>
              <a:t>:</a:t>
            </a:r>
          </a:p>
          <a:p>
            <a:endParaRPr lang="es-ES" b="1" i="0">
              <a:solidFill>
                <a:srgbClr val="242424"/>
              </a:solidFill>
              <a:effectLst/>
              <a:latin typeface="sohne"/>
            </a:endParaRPr>
          </a:p>
          <a:p>
            <a:r>
              <a:rPr lang="es-ES" i="0">
                <a:solidFill>
                  <a:srgbClr val="242424"/>
                </a:solidFill>
                <a:effectLst/>
                <a:latin typeface="sohne"/>
              </a:rPr>
              <a:t>Después del mecanismo de atención, los datos pasan a través de una red neuronal </a:t>
            </a:r>
            <a:r>
              <a:rPr lang="es-ES" i="0" err="1">
                <a:solidFill>
                  <a:srgbClr val="242424"/>
                </a:solidFill>
                <a:effectLst/>
                <a:latin typeface="sohne"/>
              </a:rPr>
              <a:t>feedforward</a:t>
            </a:r>
            <a:r>
              <a:rPr lang="es-ES" i="0">
                <a:solidFill>
                  <a:srgbClr val="242424"/>
                </a:solidFill>
                <a:effectLst/>
                <a:latin typeface="sohne"/>
              </a:rPr>
              <a:t>, que se aplica a cada posición por separado y de forma idéntica.</a:t>
            </a:r>
          </a:p>
          <a:p>
            <a:endParaRPr lang="es-ES" b="1" i="0">
              <a:solidFill>
                <a:srgbClr val="242424"/>
              </a:solidFill>
              <a:effectLst/>
              <a:latin typeface="sohne"/>
            </a:endParaRPr>
          </a:p>
          <a:p>
            <a:pPr marL="285750" indent="-285750">
              <a:buFont typeface="Arial" panose="020B0604020202020204" pitchFamily="34" charset="0"/>
              <a:buChar char="•"/>
            </a:pPr>
            <a:r>
              <a:rPr lang="es-ES" b="1" i="0">
                <a:solidFill>
                  <a:srgbClr val="242424"/>
                </a:solidFill>
                <a:effectLst/>
                <a:latin typeface="sohne"/>
              </a:rPr>
              <a:t>Normalización de capas y conexiones residuales:</a:t>
            </a:r>
          </a:p>
          <a:p>
            <a:endParaRPr lang="es-ES" b="1" i="0">
              <a:solidFill>
                <a:srgbClr val="242424"/>
              </a:solidFill>
              <a:effectLst/>
              <a:latin typeface="sohne"/>
            </a:endParaRPr>
          </a:p>
          <a:p>
            <a:r>
              <a:rPr lang="es-ES" i="0">
                <a:solidFill>
                  <a:srgbClr val="242424"/>
                </a:solidFill>
                <a:effectLst/>
                <a:latin typeface="sohne"/>
              </a:rPr>
              <a:t>Cada subcapa del modelo </a:t>
            </a:r>
            <a:r>
              <a:rPr lang="es-ES" i="0" err="1">
                <a:solidFill>
                  <a:srgbClr val="242424"/>
                </a:solidFill>
                <a:effectLst/>
                <a:latin typeface="sohne"/>
              </a:rPr>
              <a:t>Transformer</a:t>
            </a:r>
            <a:r>
              <a:rPr lang="es-ES" i="0">
                <a:solidFill>
                  <a:srgbClr val="242424"/>
                </a:solidFill>
                <a:effectLst/>
                <a:latin typeface="sohne"/>
              </a:rPr>
              <a:t> se conecta mediante conexiones residuales seguidas de la normalización de capas, lo que ayuda a estabilizar el entrenamiento de modelos profundos.</a:t>
            </a:r>
          </a:p>
          <a:p>
            <a:r>
              <a:rPr lang="es-ES" i="0">
                <a:solidFill>
                  <a:srgbClr val="242424"/>
                </a:solidFill>
                <a:effectLst/>
                <a:latin typeface="sohne"/>
              </a:rPr>
              <a:t>Importancia: Estado del arte en muchas tareas de NLP debido a su capacidad para capturar dependencias de largo alcance y paralelizar cálculos.</a:t>
            </a:r>
          </a:p>
        </p:txBody>
      </p:sp>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323706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06799" y="607326"/>
            <a:ext cx="10273774" cy="4801314"/>
          </a:xfrm>
          <a:prstGeom prst="rect">
            <a:avLst/>
          </a:prstGeom>
          <a:noFill/>
        </p:spPr>
        <p:txBody>
          <a:bodyPr wrap="square">
            <a:spAutoFit/>
          </a:bodyPr>
          <a:lstStyle/>
          <a:p>
            <a:r>
              <a:rPr lang="es-ES" b="1" i="0">
                <a:solidFill>
                  <a:srgbClr val="242424"/>
                </a:solidFill>
                <a:effectLst/>
                <a:latin typeface="sohne"/>
              </a:rPr>
              <a:t>4.3.7 Transferencia de aprendizaje</a:t>
            </a:r>
          </a:p>
          <a:p>
            <a:endParaRPr lang="es-ES" i="0">
              <a:solidFill>
                <a:srgbClr val="242424"/>
              </a:solidFill>
              <a:effectLst/>
              <a:latin typeface="sohne"/>
            </a:endParaRPr>
          </a:p>
          <a:p>
            <a:r>
              <a:rPr lang="es-ES" b="1" i="0">
                <a:solidFill>
                  <a:srgbClr val="242424"/>
                </a:solidFill>
                <a:effectLst/>
                <a:latin typeface="sohne"/>
              </a:rPr>
              <a:t>Definición: </a:t>
            </a:r>
            <a:r>
              <a:rPr lang="es-ES" i="0">
                <a:solidFill>
                  <a:srgbClr val="242424"/>
                </a:solidFill>
                <a:effectLst/>
                <a:latin typeface="sohne"/>
              </a:rPr>
              <a:t>La técnica de usar modelos previamente entrenados en tareas nuevas y relacionadas con un entrenamiento adicional mínimo.</a:t>
            </a:r>
          </a:p>
          <a:p>
            <a:endParaRPr lang="es-ES" i="0">
              <a:solidFill>
                <a:srgbClr val="242424"/>
              </a:solidFill>
              <a:effectLst/>
              <a:latin typeface="sohne"/>
            </a:endParaRPr>
          </a:p>
          <a:p>
            <a:r>
              <a:rPr lang="es-ES" b="1" i="0">
                <a:solidFill>
                  <a:srgbClr val="242424"/>
                </a:solidFill>
                <a:effectLst/>
                <a:latin typeface="sohne"/>
              </a:rPr>
              <a:t>Importancia: </a:t>
            </a:r>
            <a:r>
              <a:rPr lang="es-ES" i="0">
                <a:solidFill>
                  <a:srgbClr val="242424"/>
                </a:solidFill>
                <a:effectLst/>
                <a:latin typeface="sohne"/>
              </a:rPr>
              <a:t>Permite aprovechar el conocimiento existente, reduciendo la necesidad de grandes conjuntos de datos anotados y una amplia capacitación.</a:t>
            </a:r>
          </a:p>
          <a:p>
            <a:endParaRPr lang="es-ES" i="0">
              <a:solidFill>
                <a:srgbClr val="242424"/>
              </a:solidFill>
              <a:effectLst/>
              <a:latin typeface="sohne"/>
            </a:endParaRPr>
          </a:p>
          <a:p>
            <a:endParaRPr lang="es-ES" b="1" i="0">
              <a:solidFill>
                <a:srgbClr val="242424"/>
              </a:solidFill>
              <a:effectLst/>
              <a:latin typeface="sohne"/>
            </a:endParaRPr>
          </a:p>
          <a:p>
            <a:endParaRPr lang="es-ES" b="1">
              <a:solidFill>
                <a:srgbClr val="242424"/>
              </a:solidFill>
              <a:latin typeface="sohne"/>
            </a:endParaRPr>
          </a:p>
          <a:p>
            <a:r>
              <a:rPr lang="es-ES" b="1" i="0">
                <a:solidFill>
                  <a:srgbClr val="242424"/>
                </a:solidFill>
                <a:effectLst/>
                <a:latin typeface="sohne"/>
              </a:rPr>
              <a:t>4.3.8 Fine-</a:t>
            </a:r>
            <a:r>
              <a:rPr lang="es-ES" b="1" i="0" err="1">
                <a:solidFill>
                  <a:srgbClr val="242424"/>
                </a:solidFill>
                <a:effectLst/>
                <a:latin typeface="sohne"/>
              </a:rPr>
              <a:t>tunning</a:t>
            </a:r>
            <a:endParaRPr lang="es-ES" b="1" i="0">
              <a:solidFill>
                <a:srgbClr val="242424"/>
              </a:solidFill>
              <a:effectLst/>
              <a:latin typeface="sohne"/>
            </a:endParaRPr>
          </a:p>
          <a:p>
            <a:endParaRPr lang="es-ES" i="0">
              <a:solidFill>
                <a:srgbClr val="242424"/>
              </a:solidFill>
              <a:effectLst/>
              <a:latin typeface="sohne"/>
            </a:endParaRPr>
          </a:p>
          <a:p>
            <a:r>
              <a:rPr lang="es-ES" b="1" i="0">
                <a:solidFill>
                  <a:srgbClr val="242424"/>
                </a:solidFill>
                <a:effectLst/>
                <a:latin typeface="sohne"/>
              </a:rPr>
              <a:t>Definición: </a:t>
            </a:r>
            <a:r>
              <a:rPr lang="es-ES" i="0">
                <a:solidFill>
                  <a:srgbClr val="242424"/>
                </a:solidFill>
                <a:effectLst/>
                <a:latin typeface="sohne"/>
              </a:rPr>
              <a:t>El proceso de tomar un modelo previamente entrenado y adaptarlo a una tarea específica utilizando datos de entrenamiento adicionales.</a:t>
            </a:r>
          </a:p>
          <a:p>
            <a:endParaRPr lang="es-ES" i="0">
              <a:solidFill>
                <a:srgbClr val="242424"/>
              </a:solidFill>
              <a:effectLst/>
              <a:latin typeface="sohne"/>
            </a:endParaRPr>
          </a:p>
          <a:p>
            <a:r>
              <a:rPr lang="es-ES" b="1" i="0">
                <a:solidFill>
                  <a:srgbClr val="242424"/>
                </a:solidFill>
                <a:effectLst/>
                <a:latin typeface="sohne"/>
              </a:rPr>
              <a:t>Importancia: </a:t>
            </a:r>
            <a:r>
              <a:rPr lang="es-ES" i="0">
                <a:solidFill>
                  <a:srgbClr val="242424"/>
                </a:solidFill>
                <a:effectLst/>
                <a:latin typeface="sohne"/>
              </a:rPr>
              <a:t>mejora el rendimiento de los modelos previamente entrenados en aplicaciones específicas de tareas.</a:t>
            </a:r>
          </a:p>
        </p:txBody>
      </p:sp>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44744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06799" y="607326"/>
            <a:ext cx="10273774" cy="4524315"/>
          </a:xfrm>
          <a:prstGeom prst="rect">
            <a:avLst/>
          </a:prstGeom>
          <a:noFill/>
        </p:spPr>
        <p:txBody>
          <a:bodyPr wrap="square">
            <a:spAutoFit/>
          </a:bodyPr>
          <a:lstStyle/>
          <a:p>
            <a:r>
              <a:rPr lang="es-ES" b="1" i="0">
                <a:solidFill>
                  <a:srgbClr val="242424"/>
                </a:solidFill>
                <a:effectLst/>
                <a:latin typeface="sohne"/>
              </a:rPr>
              <a:t>4.3.9 Aprendizaje de disparo cero (Zero-</a:t>
            </a:r>
            <a:r>
              <a:rPr lang="es-ES" b="1" i="0" err="1">
                <a:solidFill>
                  <a:srgbClr val="242424"/>
                </a:solidFill>
                <a:effectLst/>
                <a:latin typeface="sohne"/>
              </a:rPr>
              <a:t>shot</a:t>
            </a:r>
            <a:r>
              <a:rPr lang="es-ES" b="1" i="0">
                <a:solidFill>
                  <a:srgbClr val="242424"/>
                </a:solidFill>
                <a:effectLst/>
                <a:latin typeface="sohne"/>
              </a:rPr>
              <a:t> </a:t>
            </a:r>
            <a:r>
              <a:rPr lang="es-ES" b="1" i="0" err="1">
                <a:solidFill>
                  <a:srgbClr val="242424"/>
                </a:solidFill>
                <a:effectLst/>
                <a:latin typeface="sohne"/>
              </a:rPr>
              <a:t>learning</a:t>
            </a:r>
            <a:r>
              <a:rPr lang="es-ES" b="1" i="0">
                <a:solidFill>
                  <a:srgbClr val="242424"/>
                </a:solidFill>
                <a:effectLst/>
                <a:latin typeface="sohne"/>
              </a:rPr>
              <a:t>)</a:t>
            </a:r>
          </a:p>
          <a:p>
            <a:endParaRPr lang="es-ES" b="1" i="0">
              <a:solidFill>
                <a:srgbClr val="242424"/>
              </a:solidFill>
              <a:effectLst/>
              <a:latin typeface="sohne"/>
            </a:endParaRPr>
          </a:p>
          <a:p>
            <a:r>
              <a:rPr lang="es-ES" b="1" i="0">
                <a:solidFill>
                  <a:srgbClr val="242424"/>
                </a:solidFill>
                <a:effectLst/>
                <a:latin typeface="sohne"/>
              </a:rPr>
              <a:t>Definición: </a:t>
            </a:r>
            <a:r>
              <a:rPr lang="es-ES" i="0">
                <a:solidFill>
                  <a:srgbClr val="242424"/>
                </a:solidFill>
                <a:effectLst/>
                <a:latin typeface="sohne"/>
              </a:rPr>
              <a:t>La capacidad de un modelo para realizar tareas para las que no fue entrenado explícitamente, utilizando conocimientos generales.</a:t>
            </a:r>
          </a:p>
          <a:p>
            <a:endParaRPr lang="es-ES" b="1" i="0">
              <a:solidFill>
                <a:srgbClr val="242424"/>
              </a:solidFill>
              <a:effectLst/>
              <a:latin typeface="sohne"/>
            </a:endParaRPr>
          </a:p>
          <a:p>
            <a:r>
              <a:rPr lang="es-ES" b="1" i="0">
                <a:solidFill>
                  <a:srgbClr val="242424"/>
                </a:solidFill>
                <a:effectLst/>
                <a:latin typeface="sohne"/>
              </a:rPr>
              <a:t>Importancia: </a:t>
            </a:r>
            <a:r>
              <a:rPr lang="es-ES" i="0">
                <a:solidFill>
                  <a:srgbClr val="242424"/>
                </a:solidFill>
                <a:effectLst/>
                <a:latin typeface="sohne"/>
              </a:rPr>
              <a:t>demuestra la capacidad del modelo para generalizar y adaptarse a nuevas tareas sin datos de entrenamiento específicos de la tarea.</a:t>
            </a:r>
          </a:p>
          <a:p>
            <a:endParaRPr lang="es-ES" b="1" i="0">
              <a:solidFill>
                <a:srgbClr val="242424"/>
              </a:solidFill>
              <a:effectLst/>
              <a:latin typeface="sohne"/>
            </a:endParaRPr>
          </a:p>
          <a:p>
            <a:endParaRPr lang="es-ES" b="1" i="0">
              <a:solidFill>
                <a:srgbClr val="242424"/>
              </a:solidFill>
              <a:effectLst/>
              <a:latin typeface="sohne"/>
            </a:endParaRPr>
          </a:p>
          <a:p>
            <a:endParaRPr lang="es-ES" b="1">
              <a:solidFill>
                <a:srgbClr val="242424"/>
              </a:solidFill>
              <a:latin typeface="sohne"/>
            </a:endParaRPr>
          </a:p>
          <a:p>
            <a:r>
              <a:rPr lang="es-ES" b="1" i="0">
                <a:solidFill>
                  <a:srgbClr val="242424"/>
                </a:solidFill>
                <a:effectLst/>
                <a:latin typeface="sohne"/>
              </a:rPr>
              <a:t>4.3.10 Aprendizaje de pocos disparos (</a:t>
            </a:r>
            <a:r>
              <a:rPr lang="es-ES" b="1" i="0" err="1">
                <a:solidFill>
                  <a:srgbClr val="242424"/>
                </a:solidFill>
                <a:effectLst/>
                <a:latin typeface="sohne"/>
              </a:rPr>
              <a:t>Few</a:t>
            </a:r>
            <a:r>
              <a:rPr lang="es-ES" b="1" err="1">
                <a:solidFill>
                  <a:srgbClr val="242424"/>
                </a:solidFill>
                <a:latin typeface="sohne"/>
              </a:rPr>
              <a:t>-shot</a:t>
            </a:r>
            <a:r>
              <a:rPr lang="es-ES" b="1">
                <a:solidFill>
                  <a:srgbClr val="242424"/>
                </a:solidFill>
                <a:latin typeface="sohne"/>
              </a:rPr>
              <a:t> </a:t>
            </a:r>
            <a:r>
              <a:rPr lang="es-ES" b="1" err="1">
                <a:solidFill>
                  <a:srgbClr val="242424"/>
                </a:solidFill>
                <a:latin typeface="sohne"/>
              </a:rPr>
              <a:t>learning</a:t>
            </a:r>
            <a:r>
              <a:rPr lang="es-ES" b="1" i="0">
                <a:solidFill>
                  <a:srgbClr val="242424"/>
                </a:solidFill>
                <a:effectLst/>
                <a:latin typeface="sohne"/>
              </a:rPr>
              <a:t>)</a:t>
            </a:r>
          </a:p>
          <a:p>
            <a:endParaRPr lang="es-ES" b="1" i="0">
              <a:solidFill>
                <a:srgbClr val="242424"/>
              </a:solidFill>
              <a:effectLst/>
              <a:latin typeface="sohne"/>
            </a:endParaRPr>
          </a:p>
          <a:p>
            <a:r>
              <a:rPr lang="es-ES" b="1" i="0">
                <a:solidFill>
                  <a:srgbClr val="242424"/>
                </a:solidFill>
                <a:effectLst/>
                <a:latin typeface="sohne"/>
              </a:rPr>
              <a:t>Definición: La capacidad de un modelo para aprender de un número muy pequeño de ejemplos.</a:t>
            </a:r>
          </a:p>
          <a:p>
            <a:endParaRPr lang="es-ES" b="1" i="0">
              <a:solidFill>
                <a:srgbClr val="242424"/>
              </a:solidFill>
              <a:effectLst/>
              <a:latin typeface="sohne"/>
            </a:endParaRPr>
          </a:p>
          <a:p>
            <a:r>
              <a:rPr lang="es-ES" b="1" i="0">
                <a:solidFill>
                  <a:srgbClr val="242424"/>
                </a:solidFill>
                <a:effectLst/>
                <a:latin typeface="sohne"/>
              </a:rPr>
              <a:t>Importancia</a:t>
            </a:r>
            <a:r>
              <a:rPr lang="es-ES" i="0">
                <a:solidFill>
                  <a:srgbClr val="242424"/>
                </a:solidFill>
                <a:effectLst/>
                <a:latin typeface="sohne"/>
              </a:rPr>
              <a:t>: Reduce la necesidad de grandes cantidades de datos anotados y muestra la capacidad del modelo para adaptarse rápidamente a nuevas tareas.</a:t>
            </a:r>
          </a:p>
        </p:txBody>
      </p:sp>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28962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06799" y="607326"/>
            <a:ext cx="10273774" cy="369332"/>
          </a:xfrm>
          <a:prstGeom prst="rect">
            <a:avLst/>
          </a:prstGeom>
          <a:noFill/>
        </p:spPr>
        <p:txBody>
          <a:bodyPr wrap="square">
            <a:spAutoFit/>
          </a:bodyPr>
          <a:lstStyle/>
          <a:p>
            <a:r>
              <a:rPr lang="es-ES" b="1">
                <a:solidFill>
                  <a:srgbClr val="242424"/>
                </a:solidFill>
                <a:latin typeface="sohne"/>
              </a:rPr>
              <a:t>Evolución del NLP</a:t>
            </a:r>
            <a:endParaRPr lang="es-ES" b="1" i="0">
              <a:solidFill>
                <a:srgbClr val="242424"/>
              </a:solidFill>
              <a:effectLst/>
              <a:latin typeface="sohne"/>
            </a:endParaRPr>
          </a:p>
        </p:txBody>
      </p:sp>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pic>
        <p:nvPicPr>
          <p:cNvPr id="5" name="Imagen 4">
            <a:extLst>
              <a:ext uri="{FF2B5EF4-FFF2-40B4-BE49-F238E27FC236}">
                <a16:creationId xmlns:a16="http://schemas.microsoft.com/office/drawing/2014/main" id="{F4A84BD4-E4D8-FEAD-BD50-87C3AC5BDF03}"/>
              </a:ext>
            </a:extLst>
          </p:cNvPr>
          <p:cNvPicPr>
            <a:picLocks noChangeAspect="1"/>
          </p:cNvPicPr>
          <p:nvPr/>
        </p:nvPicPr>
        <p:blipFill>
          <a:blip r:embed="rId2"/>
          <a:stretch>
            <a:fillRect/>
          </a:stretch>
        </p:blipFill>
        <p:spPr>
          <a:xfrm>
            <a:off x="2321010" y="1168676"/>
            <a:ext cx="6858000" cy="3076575"/>
          </a:xfrm>
          <a:prstGeom prst="rect">
            <a:avLst/>
          </a:prstGeom>
        </p:spPr>
      </p:pic>
      <p:sp>
        <p:nvSpPr>
          <p:cNvPr id="7" name="CuadroTexto 6">
            <a:extLst>
              <a:ext uri="{FF2B5EF4-FFF2-40B4-BE49-F238E27FC236}">
                <a16:creationId xmlns:a16="http://schemas.microsoft.com/office/drawing/2014/main" id="{651AB59F-EF46-5F12-A553-A96F24BF2009}"/>
              </a:ext>
            </a:extLst>
          </p:cNvPr>
          <p:cNvSpPr txBox="1"/>
          <p:nvPr/>
        </p:nvSpPr>
        <p:spPr>
          <a:xfrm>
            <a:off x="1106799" y="4437269"/>
            <a:ext cx="9878358" cy="1477328"/>
          </a:xfrm>
          <a:prstGeom prst="rect">
            <a:avLst/>
          </a:prstGeom>
          <a:noFill/>
        </p:spPr>
        <p:txBody>
          <a:bodyPr wrap="square">
            <a:spAutoFit/>
          </a:bodyPr>
          <a:lstStyle/>
          <a:p>
            <a:r>
              <a:rPr lang="es-CO">
                <a:latin typeface="sohne"/>
              </a:rPr>
              <a:t>El procesamiento del lenguaje natural (PLN) ha experimentado una transformación notable desde su creación en la década de 1950. Este viaje se puede clasificar en distintas épocas, cada una marcada por avances e innovaciones revolucionarias. Profundicemos en la evolución del NLP, desde sus primeros sistemas basados en reglas hasta los sofisticados modelos de lenguaje grandes (LLM) que vemos hoy en día.</a:t>
            </a:r>
          </a:p>
        </p:txBody>
      </p:sp>
    </p:spTree>
    <p:extLst>
      <p:ext uri="{BB962C8B-B14F-4D97-AF65-F5344CB8AC3E}">
        <p14:creationId xmlns:p14="http://schemas.microsoft.com/office/powerpoint/2010/main" val="10040769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06799" y="607326"/>
            <a:ext cx="10273774" cy="1477328"/>
          </a:xfrm>
          <a:prstGeom prst="rect">
            <a:avLst/>
          </a:prstGeom>
          <a:noFill/>
        </p:spPr>
        <p:txBody>
          <a:bodyPr wrap="square">
            <a:spAutoFit/>
          </a:bodyPr>
          <a:lstStyle/>
          <a:p>
            <a:r>
              <a:rPr lang="es-ES" b="1" i="0">
                <a:solidFill>
                  <a:srgbClr val="242424"/>
                </a:solidFill>
                <a:effectLst/>
                <a:latin typeface="sohne"/>
              </a:rPr>
              <a:t>Desarrollo detallado de métodos de incrustación de palabras</a:t>
            </a:r>
          </a:p>
          <a:p>
            <a:endParaRPr lang="es-ES" b="1" i="0">
              <a:solidFill>
                <a:srgbClr val="242424"/>
              </a:solidFill>
              <a:effectLst/>
              <a:latin typeface="sohne"/>
            </a:endParaRPr>
          </a:p>
          <a:p>
            <a:r>
              <a:rPr lang="es-ES" i="0">
                <a:solidFill>
                  <a:srgbClr val="242424"/>
                </a:solidFill>
                <a:effectLst/>
                <a:latin typeface="sohne"/>
              </a:rPr>
              <a:t>Las incrustaciones de palabras transformaron la forma en que las máquinas entienden las palabras. El viaje comenzó con Word2Vec, una red neuronal que procesa texto mediante la "vectorización" de palabras, colocando palabras semánticamente similares juntas en un espacio vectorial continuo.</a:t>
            </a:r>
          </a:p>
        </p:txBody>
      </p:sp>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pic>
        <p:nvPicPr>
          <p:cNvPr id="16386" name="Picture 2">
            <a:extLst>
              <a:ext uri="{FF2B5EF4-FFF2-40B4-BE49-F238E27FC236}">
                <a16:creationId xmlns:a16="http://schemas.microsoft.com/office/drawing/2014/main" id="{21A73D6C-6013-7A3A-732A-4CB2CE8C3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5643" y="2426428"/>
            <a:ext cx="7780713" cy="3912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3118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02E0662-B415-419F-DF18-F68CD6FDB113}"/>
              </a:ext>
            </a:extLst>
          </p:cNvPr>
          <p:cNvSpPr txBox="1"/>
          <p:nvPr/>
        </p:nvSpPr>
        <p:spPr>
          <a:xfrm>
            <a:off x="1106799" y="607326"/>
            <a:ext cx="10273774" cy="5078313"/>
          </a:xfrm>
          <a:prstGeom prst="rect">
            <a:avLst/>
          </a:prstGeom>
          <a:noFill/>
        </p:spPr>
        <p:txBody>
          <a:bodyPr wrap="square">
            <a:spAutoFit/>
          </a:bodyPr>
          <a:lstStyle/>
          <a:p>
            <a:r>
              <a:rPr lang="es-ES" b="1" i="0">
                <a:solidFill>
                  <a:srgbClr val="242424"/>
                </a:solidFill>
                <a:effectLst/>
                <a:latin typeface="sohne"/>
              </a:rPr>
              <a:t>Ajuste de grandes modelos de lenguaje</a:t>
            </a:r>
          </a:p>
          <a:p>
            <a:endParaRPr lang="es-ES" b="1" i="0">
              <a:solidFill>
                <a:srgbClr val="242424"/>
              </a:solidFill>
              <a:effectLst/>
              <a:latin typeface="sohne"/>
            </a:endParaRPr>
          </a:p>
          <a:p>
            <a:r>
              <a:rPr lang="es-ES" i="0">
                <a:solidFill>
                  <a:srgbClr val="242424"/>
                </a:solidFill>
                <a:effectLst/>
                <a:latin typeface="sohne"/>
              </a:rPr>
              <a:t>El ajuste fino es esencial para adaptar los LLM previamente entrenados a tareas específicas. Esto implica entrenamiento adicional en conjuntos de datos más pequeños y específicos de la tarea, lo que permite que el modelo se especialice mientras aprovecha su vasto conocimiento </a:t>
            </a:r>
            <a:r>
              <a:rPr lang="es-ES" i="0" err="1">
                <a:solidFill>
                  <a:srgbClr val="242424"/>
                </a:solidFill>
                <a:effectLst/>
                <a:latin typeface="sohne"/>
              </a:rPr>
              <a:t>pre-entrenado</a:t>
            </a:r>
            <a:r>
              <a:rPr lang="es-ES" i="0">
                <a:solidFill>
                  <a:srgbClr val="242424"/>
                </a:solidFill>
                <a:effectLst/>
                <a:latin typeface="sohne"/>
              </a:rPr>
              <a:t>.</a:t>
            </a:r>
          </a:p>
          <a:p>
            <a:endParaRPr lang="es-ES" i="0">
              <a:solidFill>
                <a:srgbClr val="242424"/>
              </a:solidFill>
              <a:effectLst/>
              <a:latin typeface="sohne"/>
            </a:endParaRPr>
          </a:p>
          <a:p>
            <a:pPr marL="285750" indent="-285750">
              <a:buFont typeface="Arial" panose="020B0604020202020204" pitchFamily="34" charset="0"/>
              <a:buChar char="•"/>
            </a:pPr>
            <a:r>
              <a:rPr lang="es-ES" i="0">
                <a:solidFill>
                  <a:srgbClr val="242424"/>
                </a:solidFill>
                <a:effectLst/>
                <a:latin typeface="sohne"/>
              </a:rPr>
              <a:t>2019: Se generalizaron técnicas como el ajuste fino supervisado y no supervisado con modelos como BERT y </a:t>
            </a:r>
            <a:r>
              <a:rPr lang="es-ES" i="0" err="1">
                <a:solidFill>
                  <a:srgbClr val="242424"/>
                </a:solidFill>
                <a:effectLst/>
                <a:latin typeface="sohne"/>
              </a:rPr>
              <a:t>RoBERTa</a:t>
            </a:r>
            <a:r>
              <a:rPr lang="es-ES" i="0">
                <a:solidFill>
                  <a:srgbClr val="242424"/>
                </a:solidFill>
                <a:effectLst/>
                <a:latin typeface="sohne"/>
              </a:rPr>
              <a:t>.</a:t>
            </a:r>
          </a:p>
          <a:p>
            <a:pPr marL="285750" indent="-285750">
              <a:buFont typeface="Arial" panose="020B0604020202020204" pitchFamily="34" charset="0"/>
              <a:buChar char="•"/>
            </a:pPr>
            <a:r>
              <a:rPr lang="es-ES" i="0">
                <a:solidFill>
                  <a:srgbClr val="242424"/>
                </a:solidFill>
                <a:effectLst/>
                <a:latin typeface="sohne"/>
              </a:rPr>
              <a:t>2020: GPT-3 destacó el potencial del aprendizaje de pocos disparos, donde los modelos se ajustan con solo unos pocos ejemplos para lograr un rendimiento impresionante en diversas tareas. Los modelos lingüísticos son aprendices de pocos disparos</a:t>
            </a:r>
          </a:p>
          <a:p>
            <a:pPr marL="285750" indent="-285750">
              <a:buFont typeface="Arial" panose="020B0604020202020204" pitchFamily="34" charset="0"/>
              <a:buChar char="•"/>
            </a:pPr>
            <a:endParaRPr lang="es-ES" i="0">
              <a:solidFill>
                <a:srgbClr val="242424"/>
              </a:solidFill>
              <a:effectLst/>
              <a:latin typeface="sohne"/>
            </a:endParaRPr>
          </a:p>
          <a:p>
            <a:r>
              <a:rPr lang="es-ES" i="0">
                <a:solidFill>
                  <a:srgbClr val="242424"/>
                </a:solidFill>
                <a:effectLst/>
                <a:latin typeface="sohne"/>
              </a:rPr>
              <a:t>La historia de la PNL muestra los increíbles avances logrados en las últimas siete décadas. Desde los primeros sistemas basados en reglas hasta los sofisticados modelos lingüísticos de gran tamaño de hoy en día, cada época ha contribuido significativamente a nuestra comprensión del lenguaje humano. A medida que continuamos desarrollando modelos más avanzados, el futuro de la PNL promete innovaciones y aplicaciones aún más emocionantes, lo que nos acerca a la verdadera comprensión y generación de lenguaje humano</a:t>
            </a:r>
          </a:p>
        </p:txBody>
      </p:sp>
      <p:sp>
        <p:nvSpPr>
          <p:cNvPr id="4" name="Rectangle 6">
            <a:extLst>
              <a:ext uri="{FF2B5EF4-FFF2-40B4-BE49-F238E27FC236}">
                <a16:creationId xmlns:a16="http://schemas.microsoft.com/office/drawing/2014/main" id="{FDB2C07C-0704-3928-06B9-BCDD046C34CA}"/>
              </a:ext>
            </a:extLst>
          </p:cNvPr>
          <p:cNvSpPr>
            <a:spLocks noChangeArrowheads="1"/>
          </p:cNvSpPr>
          <p:nvPr/>
        </p:nvSpPr>
        <p:spPr bwMode="auto">
          <a:xfrm>
            <a:off x="0" y="-276999"/>
            <a:ext cx="6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3296965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4D5C45445D56B044B4674518EDC6B470" ma:contentTypeVersion="0" ma:contentTypeDescription="Crear nuevo documento." ma:contentTypeScope="" ma:versionID="185cde257bc67d6ffe1c0496fa637cc0">
  <xsd:schema xmlns:xsd="http://www.w3.org/2001/XMLSchema" xmlns:xs="http://www.w3.org/2001/XMLSchema" xmlns:p="http://schemas.microsoft.com/office/2006/metadata/properties" targetNamespace="http://schemas.microsoft.com/office/2006/metadata/properties" ma:root="true" ma:fieldsID="b037ac2621b9b9c8cd06b50fac5857c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6C38F8E-EA0E-49FA-8BDC-502DF57AD6DB}"/>
</file>

<file path=customXml/itemProps2.xml><?xml version="1.0" encoding="utf-8"?>
<ds:datastoreItem xmlns:ds="http://schemas.openxmlformats.org/officeDocument/2006/customXml" ds:itemID="{5AF77EB6-61B3-4482-8596-3068F4B52812}">
  <ds:schemaRefs>
    <ds:schemaRef ds:uri="http://schemas.microsoft.com/office/2006/metadata/properties"/>
    <ds:schemaRef ds:uri="http://schemas.microsoft.com/office/infopath/2007/PartnerControls"/>
    <ds:schemaRef ds:uri="6b5fcc7a-64dd-4753-aaf2-85d1f77c1dd1"/>
    <ds:schemaRef ds:uri="b3c5b507-315b-4920-8bf6-b892a69c1929"/>
  </ds:schemaRefs>
</ds:datastoreItem>
</file>

<file path=customXml/itemProps3.xml><?xml version="1.0" encoding="utf-8"?>
<ds:datastoreItem xmlns:ds="http://schemas.openxmlformats.org/officeDocument/2006/customXml" ds:itemID="{ECEFA322-251B-4BE0-8EA5-BCDABCAFA4A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32</Slides>
  <Notes>0</Notes>
  <HiddenSlides>0</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Tema de Office</vt:lpstr>
      <vt:lpstr>Introducción a la IA generativa</vt:lpstr>
      <vt:lpstr>1. ¿Qué es el Procesamiento del Lenguaje Natural (NLP)? El procesamiento del lenguaje natural (PLN) es la disciplina de construcción de máquinas que pueden manipular el lenguaje humano, o datos que se asemejan al lenguaje humano, en la forma en que se escribe, habla y organiza.</vt:lpstr>
      <vt:lpstr>2. Área de estudio Comprensión del lenguaje natural (NLU, por sus siglas en inglés), que se ocupa de interpretar el significado detrás del texto, y  Generación de Lenguaje Natural (NLG), que se centra en la producción de texto que imita la escritura humana. Aunque es distinto del reconocimiento de voz, que convierte el lenguaje hablado en texto, el NLP a menudo funciona en conjunto con él.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edward latorre acero</dc:creator>
  <cp:revision>3</cp:revision>
  <dcterms:created xsi:type="dcterms:W3CDTF">2024-08-08T03:33:20Z</dcterms:created>
  <dcterms:modified xsi:type="dcterms:W3CDTF">2025-09-13T14:30:03Z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0x0101004D5C45445D56B044B4674518EDC6B470</vt:lpwstr>
  </property>
  <property fmtid="{D5CDD505-2E9C-101B-9397-08002B2CF9AE}" pid="3" name="MediaServiceImageTags">
    <vt:lpwstr/>
  </property>
</Properties>
</file>